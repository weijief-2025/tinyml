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nyRhdp8YjqTM1P1knpkRw19+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mt="45000"/>
          </a:blip>
          <a:stretch>
            <a:fillRect/>
          </a:stretch>
        </a:blipFill>
      </p:bgPr>
    </p:bg>
    <p:spTree>
      <p:nvGrpSpPr>
        <p:cNvPr id="15" name="Shape 15"/>
        <p:cNvGrpSpPr/>
        <p:nvPr/>
      </p:nvGrpSpPr>
      <p:grpSpPr>
        <a:xfrm>
          <a:off x="0" y="0"/>
          <a:ext cx="0" cy="0"/>
          <a:chOff x="0" y="0"/>
          <a:chExt cx="0" cy="0"/>
        </a:xfrm>
      </p:grpSpPr>
      <p:sp>
        <p:nvSpPr>
          <p:cNvPr id="16" name="Google Shape;16;p18"/>
          <p:cNvSpPr txBox="1"/>
          <p:nvPr>
            <p:ph idx="1" type="body"/>
          </p:nvPr>
        </p:nvSpPr>
        <p:spPr>
          <a:xfrm>
            <a:off x="2561731" y="1328530"/>
            <a:ext cx="9402233" cy="13604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4006E"/>
              </a:buClr>
              <a:buSzPts val="4800"/>
              <a:buNone/>
              <a:defRPr sz="4800">
                <a:solidFill>
                  <a:srgbClr val="34006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7" name="Google Shape;17;p18"/>
          <p:cNvPicPr preferRelativeResize="0"/>
          <p:nvPr/>
        </p:nvPicPr>
        <p:blipFill rotWithShape="1">
          <a:blip r:embed="rId3">
            <a:alphaModFix/>
          </a:blip>
          <a:srcRect b="0" l="0" r="0" t="0"/>
          <a:stretch/>
        </p:blipFill>
        <p:spPr>
          <a:xfrm>
            <a:off x="506753" y="5783446"/>
            <a:ext cx="5444593" cy="873667"/>
          </a:xfrm>
          <a:prstGeom prst="rect">
            <a:avLst/>
          </a:prstGeom>
          <a:noFill/>
          <a:ln>
            <a:noFill/>
          </a:ln>
        </p:spPr>
      </p:pic>
      <p:pic>
        <p:nvPicPr>
          <p:cNvPr descr="A close up of text on a white surface&#10;&#10;Description generated with high confidence" id="18" name="Google Shape;18;p18"/>
          <p:cNvPicPr preferRelativeResize="0"/>
          <p:nvPr/>
        </p:nvPicPr>
        <p:blipFill rotWithShape="1">
          <a:blip r:embed="rId4">
            <a:alphaModFix/>
          </a:blip>
          <a:srcRect b="0" l="0" r="0" t="0"/>
          <a:stretch/>
        </p:blipFill>
        <p:spPr>
          <a:xfrm>
            <a:off x="10805110" y="5783445"/>
            <a:ext cx="1158854" cy="8736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9" name="Shape 19"/>
        <p:cNvGrpSpPr/>
        <p:nvPr/>
      </p:nvGrpSpPr>
      <p:grpSpPr>
        <a:xfrm>
          <a:off x="0" y="0"/>
          <a:ext cx="0" cy="0"/>
          <a:chOff x="0" y="0"/>
          <a:chExt cx="0" cy="0"/>
        </a:xfrm>
      </p:grpSpPr>
      <p:sp>
        <p:nvSpPr>
          <p:cNvPr id="20" name="Google Shape;20;p22"/>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262626"/>
                </a:solidFill>
                <a:latin typeface="Arial"/>
                <a:ea typeface="Arial"/>
                <a:cs typeface="Arial"/>
                <a:sym typeface="Arial"/>
              </a:defRPr>
            </a:lvl1pPr>
            <a:lvl2pPr indent="0" lvl="1" marL="0" algn="r">
              <a:spcBef>
                <a:spcPts val="0"/>
              </a:spcBef>
              <a:buNone/>
              <a:defRPr b="0" i="0" sz="1100" u="none" cap="none" strike="noStrike">
                <a:solidFill>
                  <a:srgbClr val="262626"/>
                </a:solidFill>
                <a:latin typeface="Arial"/>
                <a:ea typeface="Arial"/>
                <a:cs typeface="Arial"/>
                <a:sym typeface="Arial"/>
              </a:defRPr>
            </a:lvl2pPr>
            <a:lvl3pPr indent="0" lvl="2" marL="0" algn="r">
              <a:spcBef>
                <a:spcPts val="0"/>
              </a:spcBef>
              <a:buNone/>
              <a:defRPr b="0" i="0" sz="1100" u="none" cap="none" strike="noStrike">
                <a:solidFill>
                  <a:srgbClr val="262626"/>
                </a:solidFill>
                <a:latin typeface="Arial"/>
                <a:ea typeface="Arial"/>
                <a:cs typeface="Arial"/>
                <a:sym typeface="Arial"/>
              </a:defRPr>
            </a:lvl3pPr>
            <a:lvl4pPr indent="0" lvl="3" marL="0" algn="r">
              <a:spcBef>
                <a:spcPts val="0"/>
              </a:spcBef>
              <a:buNone/>
              <a:defRPr b="0" i="0" sz="1100" u="none" cap="none" strike="noStrike">
                <a:solidFill>
                  <a:srgbClr val="262626"/>
                </a:solidFill>
                <a:latin typeface="Arial"/>
                <a:ea typeface="Arial"/>
                <a:cs typeface="Arial"/>
                <a:sym typeface="Arial"/>
              </a:defRPr>
            </a:lvl4pPr>
            <a:lvl5pPr indent="0" lvl="4" marL="0" algn="r">
              <a:spcBef>
                <a:spcPts val="0"/>
              </a:spcBef>
              <a:buNone/>
              <a:defRPr b="0" i="0" sz="1100" u="none" cap="none" strike="noStrike">
                <a:solidFill>
                  <a:srgbClr val="262626"/>
                </a:solidFill>
                <a:latin typeface="Arial"/>
                <a:ea typeface="Arial"/>
                <a:cs typeface="Arial"/>
                <a:sym typeface="Arial"/>
              </a:defRPr>
            </a:lvl5pPr>
            <a:lvl6pPr indent="0" lvl="5" marL="0" algn="r">
              <a:spcBef>
                <a:spcPts val="0"/>
              </a:spcBef>
              <a:buNone/>
              <a:defRPr b="0" i="0" sz="1100" u="none" cap="none" strike="noStrike">
                <a:solidFill>
                  <a:srgbClr val="262626"/>
                </a:solidFill>
                <a:latin typeface="Arial"/>
                <a:ea typeface="Arial"/>
                <a:cs typeface="Arial"/>
                <a:sym typeface="Arial"/>
              </a:defRPr>
            </a:lvl6pPr>
            <a:lvl7pPr indent="0" lvl="6" marL="0" algn="r">
              <a:spcBef>
                <a:spcPts val="0"/>
              </a:spcBef>
              <a:buNone/>
              <a:defRPr b="0" i="0" sz="1100" u="none" cap="none" strike="noStrike">
                <a:solidFill>
                  <a:srgbClr val="262626"/>
                </a:solidFill>
                <a:latin typeface="Arial"/>
                <a:ea typeface="Arial"/>
                <a:cs typeface="Arial"/>
                <a:sym typeface="Arial"/>
              </a:defRPr>
            </a:lvl7pPr>
            <a:lvl8pPr indent="0" lvl="7" marL="0" algn="r">
              <a:spcBef>
                <a:spcPts val="0"/>
              </a:spcBef>
              <a:buNone/>
              <a:defRPr b="0" i="0" sz="1100" u="none" cap="none" strike="noStrike">
                <a:solidFill>
                  <a:srgbClr val="262626"/>
                </a:solidFill>
                <a:latin typeface="Arial"/>
                <a:ea typeface="Arial"/>
                <a:cs typeface="Arial"/>
                <a:sym typeface="Arial"/>
              </a:defRPr>
            </a:lvl8pPr>
            <a:lvl9pPr indent="0" lvl="8" marL="0" algn="r">
              <a:spcBef>
                <a:spcPts val="0"/>
              </a:spcBef>
              <a:buNone/>
              <a:defRPr b="0" i="0" sz="11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1" name="Google Shape;21;p22"/>
          <p:cNvCxnSpPr/>
          <p:nvPr/>
        </p:nvCxnSpPr>
        <p:spPr>
          <a:xfrm>
            <a:off x="0" y="6304539"/>
            <a:ext cx="12192000" cy="19878"/>
          </a:xfrm>
          <a:prstGeom prst="straightConnector1">
            <a:avLst/>
          </a:prstGeom>
          <a:noFill/>
          <a:ln cap="flat" cmpd="sng" w="19050">
            <a:solidFill>
              <a:schemeClr val="accent1"/>
            </a:solidFill>
            <a:prstDash val="solid"/>
            <a:miter lim="800000"/>
            <a:headEnd len="sm" w="sm" type="none"/>
            <a:tailEnd len="sm" w="sm" type="none"/>
          </a:ln>
        </p:spPr>
      </p:cxnSp>
      <p:cxnSp>
        <p:nvCxnSpPr>
          <p:cNvPr id="22" name="Google Shape;22;p22"/>
          <p:cNvCxnSpPr/>
          <p:nvPr/>
        </p:nvCxnSpPr>
        <p:spPr>
          <a:xfrm>
            <a:off x="0" y="969277"/>
            <a:ext cx="12192000" cy="0"/>
          </a:xfrm>
          <a:prstGeom prst="straightConnector1">
            <a:avLst/>
          </a:prstGeom>
          <a:noFill/>
          <a:ln cap="flat" cmpd="sng" w="19050">
            <a:solidFill>
              <a:schemeClr val="accent1"/>
            </a:solidFill>
            <a:prstDash val="solid"/>
            <a:miter lim="800000"/>
            <a:headEnd len="sm" w="sm" type="none"/>
            <a:tailEnd len="sm" w="sm" type="none"/>
          </a:ln>
        </p:spPr>
      </p:cxnSp>
      <p:pic>
        <p:nvPicPr>
          <p:cNvPr descr="A close up of text on a white surface&#10;&#10;Description generated with high confidence" id="23" name="Google Shape;23;p22"/>
          <p:cNvPicPr preferRelativeResize="0"/>
          <p:nvPr/>
        </p:nvPicPr>
        <p:blipFill rotWithShape="1">
          <a:blip r:embed="rId2">
            <a:alphaModFix/>
          </a:blip>
          <a:srcRect b="0" l="0" r="0" t="0"/>
          <a:stretch/>
        </p:blipFill>
        <p:spPr>
          <a:xfrm>
            <a:off x="11035941" y="6396706"/>
            <a:ext cx="546459" cy="411979"/>
          </a:xfrm>
          <a:prstGeom prst="rect">
            <a:avLst/>
          </a:prstGeom>
          <a:noFill/>
          <a:ln>
            <a:noFill/>
          </a:ln>
        </p:spPr>
      </p:pic>
      <p:pic>
        <p:nvPicPr>
          <p:cNvPr id="24" name="Google Shape;24;p22"/>
          <p:cNvPicPr preferRelativeResize="0"/>
          <p:nvPr/>
        </p:nvPicPr>
        <p:blipFill rotWithShape="1">
          <a:blip r:embed="rId3">
            <a:alphaModFix/>
          </a:blip>
          <a:srcRect b="0" l="0" r="0" t="0"/>
          <a:stretch/>
        </p:blipFill>
        <p:spPr>
          <a:xfrm>
            <a:off x="155294" y="6401202"/>
            <a:ext cx="2846716" cy="456798"/>
          </a:xfrm>
          <a:prstGeom prst="rect">
            <a:avLst/>
          </a:prstGeom>
          <a:noFill/>
          <a:ln>
            <a:noFill/>
          </a:ln>
        </p:spPr>
      </p:pic>
      <p:sp>
        <p:nvSpPr>
          <p:cNvPr id="25" name="Google Shape;25;p22"/>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4006E"/>
              </a:buClr>
              <a:buSzPts val="4100"/>
              <a:buFont typeface="Calibri"/>
              <a:buNone/>
              <a:defRPr b="1" sz="4100">
                <a:solidFill>
                  <a:srgbClr val="34006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2"/>
          <p:cNvSpPr txBox="1"/>
          <p:nvPr>
            <p:ph idx="1" type="body"/>
          </p:nvPr>
        </p:nvSpPr>
        <p:spPr>
          <a:xfrm>
            <a:off x="155294" y="1253331"/>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5" name="Google Shape;3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7" name="Google Shape;4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1"/>
          <p:cNvSpPr/>
          <p:nvPr>
            <p:ph idx="2" type="pic"/>
          </p:nvPr>
        </p:nvSpPr>
        <p:spPr>
          <a:xfrm>
            <a:off x="5183188" y="987425"/>
            <a:ext cx="6172200" cy="4873625"/>
          </a:xfrm>
          <a:prstGeom prst="rect">
            <a:avLst/>
          </a:prstGeom>
          <a:noFill/>
          <a:ln>
            <a:noFill/>
          </a:ln>
        </p:spPr>
      </p:sp>
      <p:sp>
        <p:nvSpPr>
          <p:cNvPr id="80" name="Google Shape;80;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cxnSp>
        <p:nvCxnSpPr>
          <p:cNvPr id="103" name="Google Shape;103;p20"/>
          <p:cNvCxnSpPr/>
          <p:nvPr/>
        </p:nvCxnSpPr>
        <p:spPr>
          <a:xfrm>
            <a:off x="0" y="6304539"/>
            <a:ext cx="12192000" cy="19878"/>
          </a:xfrm>
          <a:prstGeom prst="straightConnector1">
            <a:avLst/>
          </a:prstGeom>
          <a:noFill/>
          <a:ln cap="flat" cmpd="sng" w="19050">
            <a:solidFill>
              <a:schemeClr val="accent1"/>
            </a:solidFill>
            <a:prstDash val="solid"/>
            <a:miter lim="800000"/>
            <a:headEnd len="sm" w="sm" type="none"/>
            <a:tailEnd len="sm" w="sm" type="none"/>
          </a:ln>
        </p:spPr>
      </p:cxnSp>
      <p:pic>
        <p:nvPicPr>
          <p:cNvPr descr="A close up of text on a white surface&#10;&#10;Description generated with high confidence" id="104" name="Google Shape;104;p20"/>
          <p:cNvPicPr preferRelativeResize="0"/>
          <p:nvPr/>
        </p:nvPicPr>
        <p:blipFill rotWithShape="1">
          <a:blip r:embed="rId2">
            <a:alphaModFix/>
          </a:blip>
          <a:srcRect b="0" l="0" r="0" t="0"/>
          <a:stretch/>
        </p:blipFill>
        <p:spPr>
          <a:xfrm>
            <a:off x="11035941" y="6396706"/>
            <a:ext cx="546459" cy="411979"/>
          </a:xfrm>
          <a:prstGeom prst="rect">
            <a:avLst/>
          </a:prstGeom>
          <a:noFill/>
          <a:ln>
            <a:noFill/>
          </a:ln>
        </p:spPr>
      </p:pic>
      <p:pic>
        <p:nvPicPr>
          <p:cNvPr id="105" name="Google Shape;105;p20"/>
          <p:cNvPicPr preferRelativeResize="0"/>
          <p:nvPr/>
        </p:nvPicPr>
        <p:blipFill rotWithShape="1">
          <a:blip r:embed="rId3">
            <a:alphaModFix/>
          </a:blip>
          <a:srcRect b="0" l="0" r="0" t="0"/>
          <a:stretch/>
        </p:blipFill>
        <p:spPr>
          <a:xfrm>
            <a:off x="155294" y="6401202"/>
            <a:ext cx="2846716" cy="456798"/>
          </a:xfrm>
          <a:prstGeom prst="rect">
            <a:avLst/>
          </a:prstGeom>
          <a:noFill/>
          <a:ln>
            <a:noFill/>
          </a:ln>
        </p:spPr>
      </p:pic>
      <p:sp>
        <p:nvSpPr>
          <p:cNvPr id="106" name="Google Shape;106;p20"/>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262626"/>
                </a:solidFill>
                <a:latin typeface="Arial"/>
                <a:ea typeface="Arial"/>
                <a:cs typeface="Arial"/>
                <a:sym typeface="Arial"/>
              </a:defRPr>
            </a:lvl1pPr>
            <a:lvl2pPr indent="0" lvl="1" marL="0" algn="r">
              <a:spcBef>
                <a:spcPts val="0"/>
              </a:spcBef>
              <a:buNone/>
              <a:defRPr b="0" i="0" sz="1100" u="none" cap="none" strike="noStrike">
                <a:solidFill>
                  <a:srgbClr val="262626"/>
                </a:solidFill>
                <a:latin typeface="Arial"/>
                <a:ea typeface="Arial"/>
                <a:cs typeface="Arial"/>
                <a:sym typeface="Arial"/>
              </a:defRPr>
            </a:lvl2pPr>
            <a:lvl3pPr indent="0" lvl="2" marL="0" algn="r">
              <a:spcBef>
                <a:spcPts val="0"/>
              </a:spcBef>
              <a:buNone/>
              <a:defRPr b="0" i="0" sz="1100" u="none" cap="none" strike="noStrike">
                <a:solidFill>
                  <a:srgbClr val="262626"/>
                </a:solidFill>
                <a:latin typeface="Arial"/>
                <a:ea typeface="Arial"/>
                <a:cs typeface="Arial"/>
                <a:sym typeface="Arial"/>
              </a:defRPr>
            </a:lvl3pPr>
            <a:lvl4pPr indent="0" lvl="3" marL="0" algn="r">
              <a:spcBef>
                <a:spcPts val="0"/>
              </a:spcBef>
              <a:buNone/>
              <a:defRPr b="0" i="0" sz="1100" u="none" cap="none" strike="noStrike">
                <a:solidFill>
                  <a:srgbClr val="262626"/>
                </a:solidFill>
                <a:latin typeface="Arial"/>
                <a:ea typeface="Arial"/>
                <a:cs typeface="Arial"/>
                <a:sym typeface="Arial"/>
              </a:defRPr>
            </a:lvl4pPr>
            <a:lvl5pPr indent="0" lvl="4" marL="0" algn="r">
              <a:spcBef>
                <a:spcPts val="0"/>
              </a:spcBef>
              <a:buNone/>
              <a:defRPr b="0" i="0" sz="1100" u="none" cap="none" strike="noStrike">
                <a:solidFill>
                  <a:srgbClr val="262626"/>
                </a:solidFill>
                <a:latin typeface="Arial"/>
                <a:ea typeface="Arial"/>
                <a:cs typeface="Arial"/>
                <a:sym typeface="Arial"/>
              </a:defRPr>
            </a:lvl5pPr>
            <a:lvl6pPr indent="0" lvl="5" marL="0" algn="r">
              <a:spcBef>
                <a:spcPts val="0"/>
              </a:spcBef>
              <a:buNone/>
              <a:defRPr b="0" i="0" sz="1100" u="none" cap="none" strike="noStrike">
                <a:solidFill>
                  <a:srgbClr val="262626"/>
                </a:solidFill>
                <a:latin typeface="Arial"/>
                <a:ea typeface="Arial"/>
                <a:cs typeface="Arial"/>
                <a:sym typeface="Arial"/>
              </a:defRPr>
            </a:lvl6pPr>
            <a:lvl7pPr indent="0" lvl="6" marL="0" algn="r">
              <a:spcBef>
                <a:spcPts val="0"/>
              </a:spcBef>
              <a:buNone/>
              <a:defRPr b="0" i="0" sz="1100" u="none" cap="none" strike="noStrike">
                <a:solidFill>
                  <a:srgbClr val="262626"/>
                </a:solidFill>
                <a:latin typeface="Arial"/>
                <a:ea typeface="Arial"/>
                <a:cs typeface="Arial"/>
                <a:sym typeface="Arial"/>
              </a:defRPr>
            </a:lvl7pPr>
            <a:lvl8pPr indent="0" lvl="7" marL="0" algn="r">
              <a:spcBef>
                <a:spcPts val="0"/>
              </a:spcBef>
              <a:buNone/>
              <a:defRPr b="0" i="0" sz="1100" u="none" cap="none" strike="noStrike">
                <a:solidFill>
                  <a:srgbClr val="262626"/>
                </a:solidFill>
                <a:latin typeface="Arial"/>
                <a:ea typeface="Arial"/>
                <a:cs typeface="Arial"/>
                <a:sym typeface="Arial"/>
              </a:defRPr>
            </a:lvl8pPr>
            <a:lvl9pPr indent="0" lvl="8" marL="0" algn="r">
              <a:spcBef>
                <a:spcPts val="0"/>
              </a:spcBef>
              <a:buNone/>
              <a:defRPr b="0" i="0" sz="11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07" name="Shape 107"/>
        <p:cNvGrpSpPr/>
        <p:nvPr/>
      </p:nvGrpSpPr>
      <p:grpSpPr>
        <a:xfrm>
          <a:off x="0" y="0"/>
          <a:ext cx="0" cy="0"/>
          <a:chOff x="0" y="0"/>
          <a:chExt cx="0" cy="0"/>
        </a:xfrm>
      </p:grpSpPr>
      <p:sp>
        <p:nvSpPr>
          <p:cNvPr id="108" name="Google Shape;108;p21"/>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262626"/>
                </a:solidFill>
                <a:latin typeface="Arial"/>
                <a:ea typeface="Arial"/>
                <a:cs typeface="Arial"/>
                <a:sym typeface="Arial"/>
              </a:defRPr>
            </a:lvl1pPr>
            <a:lvl2pPr indent="0" lvl="1" marL="0" algn="r">
              <a:spcBef>
                <a:spcPts val="0"/>
              </a:spcBef>
              <a:buNone/>
              <a:defRPr b="0" i="0" sz="1100" u="none" cap="none" strike="noStrike">
                <a:solidFill>
                  <a:srgbClr val="262626"/>
                </a:solidFill>
                <a:latin typeface="Arial"/>
                <a:ea typeface="Arial"/>
                <a:cs typeface="Arial"/>
                <a:sym typeface="Arial"/>
              </a:defRPr>
            </a:lvl2pPr>
            <a:lvl3pPr indent="0" lvl="2" marL="0" algn="r">
              <a:spcBef>
                <a:spcPts val="0"/>
              </a:spcBef>
              <a:buNone/>
              <a:defRPr b="0" i="0" sz="1100" u="none" cap="none" strike="noStrike">
                <a:solidFill>
                  <a:srgbClr val="262626"/>
                </a:solidFill>
                <a:latin typeface="Arial"/>
                <a:ea typeface="Arial"/>
                <a:cs typeface="Arial"/>
                <a:sym typeface="Arial"/>
              </a:defRPr>
            </a:lvl3pPr>
            <a:lvl4pPr indent="0" lvl="3" marL="0" algn="r">
              <a:spcBef>
                <a:spcPts val="0"/>
              </a:spcBef>
              <a:buNone/>
              <a:defRPr b="0" i="0" sz="1100" u="none" cap="none" strike="noStrike">
                <a:solidFill>
                  <a:srgbClr val="262626"/>
                </a:solidFill>
                <a:latin typeface="Arial"/>
                <a:ea typeface="Arial"/>
                <a:cs typeface="Arial"/>
                <a:sym typeface="Arial"/>
              </a:defRPr>
            </a:lvl4pPr>
            <a:lvl5pPr indent="0" lvl="4" marL="0" algn="r">
              <a:spcBef>
                <a:spcPts val="0"/>
              </a:spcBef>
              <a:buNone/>
              <a:defRPr b="0" i="0" sz="1100" u="none" cap="none" strike="noStrike">
                <a:solidFill>
                  <a:srgbClr val="262626"/>
                </a:solidFill>
                <a:latin typeface="Arial"/>
                <a:ea typeface="Arial"/>
                <a:cs typeface="Arial"/>
                <a:sym typeface="Arial"/>
              </a:defRPr>
            </a:lvl5pPr>
            <a:lvl6pPr indent="0" lvl="5" marL="0" algn="r">
              <a:spcBef>
                <a:spcPts val="0"/>
              </a:spcBef>
              <a:buNone/>
              <a:defRPr b="0" i="0" sz="1100" u="none" cap="none" strike="noStrike">
                <a:solidFill>
                  <a:srgbClr val="262626"/>
                </a:solidFill>
                <a:latin typeface="Arial"/>
                <a:ea typeface="Arial"/>
                <a:cs typeface="Arial"/>
                <a:sym typeface="Arial"/>
              </a:defRPr>
            </a:lvl6pPr>
            <a:lvl7pPr indent="0" lvl="6" marL="0" algn="r">
              <a:spcBef>
                <a:spcPts val="0"/>
              </a:spcBef>
              <a:buNone/>
              <a:defRPr b="0" i="0" sz="1100" u="none" cap="none" strike="noStrike">
                <a:solidFill>
                  <a:srgbClr val="262626"/>
                </a:solidFill>
                <a:latin typeface="Arial"/>
                <a:ea typeface="Arial"/>
                <a:cs typeface="Arial"/>
                <a:sym typeface="Arial"/>
              </a:defRPr>
            </a:lvl7pPr>
            <a:lvl8pPr indent="0" lvl="7" marL="0" algn="r">
              <a:spcBef>
                <a:spcPts val="0"/>
              </a:spcBef>
              <a:buNone/>
              <a:defRPr b="0" i="0" sz="1100" u="none" cap="none" strike="noStrike">
                <a:solidFill>
                  <a:srgbClr val="262626"/>
                </a:solidFill>
                <a:latin typeface="Arial"/>
                <a:ea typeface="Arial"/>
                <a:cs typeface="Arial"/>
                <a:sym typeface="Arial"/>
              </a:defRPr>
            </a:lvl8pPr>
            <a:lvl9pPr indent="0" lvl="8" marL="0" algn="r">
              <a:spcBef>
                <a:spcPts val="0"/>
              </a:spcBef>
              <a:buNone/>
              <a:defRPr b="0" i="0" sz="11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09" name="Google Shape;109;p21"/>
          <p:cNvCxnSpPr/>
          <p:nvPr/>
        </p:nvCxnSpPr>
        <p:spPr>
          <a:xfrm>
            <a:off x="0" y="6304539"/>
            <a:ext cx="12192000" cy="19878"/>
          </a:xfrm>
          <a:prstGeom prst="straightConnector1">
            <a:avLst/>
          </a:prstGeom>
          <a:noFill/>
          <a:ln cap="flat" cmpd="sng" w="19050">
            <a:solidFill>
              <a:schemeClr val="accent1"/>
            </a:solidFill>
            <a:prstDash val="solid"/>
            <a:miter lim="800000"/>
            <a:headEnd len="sm" w="sm" type="none"/>
            <a:tailEnd len="sm" w="sm" type="none"/>
          </a:ln>
        </p:spPr>
      </p:cxnSp>
      <p:cxnSp>
        <p:nvCxnSpPr>
          <p:cNvPr id="110" name="Google Shape;110;p21"/>
          <p:cNvCxnSpPr/>
          <p:nvPr/>
        </p:nvCxnSpPr>
        <p:spPr>
          <a:xfrm>
            <a:off x="0" y="969277"/>
            <a:ext cx="12192000" cy="0"/>
          </a:xfrm>
          <a:prstGeom prst="straightConnector1">
            <a:avLst/>
          </a:prstGeom>
          <a:noFill/>
          <a:ln cap="flat" cmpd="sng" w="19050">
            <a:solidFill>
              <a:schemeClr val="accent1"/>
            </a:solidFill>
            <a:prstDash val="solid"/>
            <a:miter lim="800000"/>
            <a:headEnd len="sm" w="sm" type="none"/>
            <a:tailEnd len="sm" w="sm" type="none"/>
          </a:ln>
        </p:spPr>
      </p:cxnSp>
      <p:pic>
        <p:nvPicPr>
          <p:cNvPr descr="A close up of text on a white surface&#10;&#10;Description generated with high confidence" id="111" name="Google Shape;111;p21"/>
          <p:cNvPicPr preferRelativeResize="0"/>
          <p:nvPr/>
        </p:nvPicPr>
        <p:blipFill rotWithShape="1">
          <a:blip r:embed="rId2">
            <a:alphaModFix/>
          </a:blip>
          <a:srcRect b="0" l="0" r="0" t="0"/>
          <a:stretch/>
        </p:blipFill>
        <p:spPr>
          <a:xfrm>
            <a:off x="11035941" y="6396706"/>
            <a:ext cx="546459" cy="411979"/>
          </a:xfrm>
          <a:prstGeom prst="rect">
            <a:avLst/>
          </a:prstGeom>
          <a:noFill/>
          <a:ln>
            <a:noFill/>
          </a:ln>
        </p:spPr>
      </p:pic>
      <p:pic>
        <p:nvPicPr>
          <p:cNvPr id="112" name="Google Shape;112;p21"/>
          <p:cNvPicPr preferRelativeResize="0"/>
          <p:nvPr/>
        </p:nvPicPr>
        <p:blipFill rotWithShape="1">
          <a:blip r:embed="rId3">
            <a:alphaModFix/>
          </a:blip>
          <a:srcRect b="0" l="0" r="0" t="0"/>
          <a:stretch/>
        </p:blipFill>
        <p:spPr>
          <a:xfrm>
            <a:off x="155294" y="6401202"/>
            <a:ext cx="2846716" cy="456798"/>
          </a:xfrm>
          <a:prstGeom prst="rect">
            <a:avLst/>
          </a:prstGeom>
          <a:noFill/>
          <a:ln>
            <a:noFill/>
          </a:ln>
        </p:spPr>
      </p:pic>
      <p:sp>
        <p:nvSpPr>
          <p:cNvPr id="113" name="Google Shape;113;p21"/>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4006E"/>
              </a:buClr>
              <a:buSzPts val="4100"/>
              <a:buFont typeface="Calibri"/>
              <a:buNone/>
              <a:defRPr b="1" sz="4100">
                <a:solidFill>
                  <a:srgbClr val="34006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1"/>
          <p:cNvSpPr txBox="1"/>
          <p:nvPr>
            <p:ph idx="1" type="body"/>
          </p:nvPr>
        </p:nvSpPr>
        <p:spPr>
          <a:xfrm>
            <a:off x="155294" y="1253331"/>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mt="45000"/>
          </a:blip>
          <a:stretch>
            <a:fillRect/>
          </a:stretch>
        </a:blipFill>
      </p:bgPr>
    </p:bg>
    <p:spTree>
      <p:nvGrpSpPr>
        <p:cNvPr id="115" name="Shape 115"/>
        <p:cNvGrpSpPr/>
        <p:nvPr/>
      </p:nvGrpSpPr>
      <p:grpSpPr>
        <a:xfrm>
          <a:off x="0" y="0"/>
          <a:ext cx="0" cy="0"/>
          <a:chOff x="0" y="0"/>
          <a:chExt cx="0" cy="0"/>
        </a:xfrm>
      </p:grpSpPr>
      <p:sp>
        <p:nvSpPr>
          <p:cNvPr id="116" name="Google Shape;116;p34"/>
          <p:cNvSpPr txBox="1"/>
          <p:nvPr>
            <p:ph idx="1" type="body"/>
          </p:nvPr>
        </p:nvSpPr>
        <p:spPr>
          <a:xfrm>
            <a:off x="2561731" y="1328530"/>
            <a:ext cx="9402233" cy="13604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4006E"/>
              </a:buClr>
              <a:buSzPts val="4800"/>
              <a:buNone/>
              <a:defRPr sz="4800">
                <a:solidFill>
                  <a:srgbClr val="34006E"/>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7" name="Google Shape;117;p34"/>
          <p:cNvPicPr preferRelativeResize="0"/>
          <p:nvPr/>
        </p:nvPicPr>
        <p:blipFill rotWithShape="1">
          <a:blip r:embed="rId3">
            <a:alphaModFix/>
          </a:blip>
          <a:srcRect b="0" l="0" r="0" t="0"/>
          <a:stretch/>
        </p:blipFill>
        <p:spPr>
          <a:xfrm>
            <a:off x="506753" y="5783446"/>
            <a:ext cx="5444593" cy="873667"/>
          </a:xfrm>
          <a:prstGeom prst="rect">
            <a:avLst/>
          </a:prstGeom>
          <a:noFill/>
          <a:ln>
            <a:noFill/>
          </a:ln>
        </p:spPr>
      </p:pic>
      <p:pic>
        <p:nvPicPr>
          <p:cNvPr descr="A close up of text on a white surface&#10;&#10;Description generated with high confidence" id="118" name="Google Shape;118;p34"/>
          <p:cNvPicPr preferRelativeResize="0"/>
          <p:nvPr/>
        </p:nvPicPr>
        <p:blipFill rotWithShape="1">
          <a:blip r:embed="rId4">
            <a:alphaModFix/>
          </a:blip>
          <a:srcRect b="0" l="0" r="0" t="0"/>
          <a:stretch/>
        </p:blipFill>
        <p:spPr>
          <a:xfrm>
            <a:off x="10805110" y="5783445"/>
            <a:ext cx="1158854" cy="87366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dinuka@uw.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colab.research.google.com/"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
          <p:cNvSpPr txBox="1"/>
          <p:nvPr/>
        </p:nvSpPr>
        <p:spPr>
          <a:xfrm>
            <a:off x="155652" y="1016907"/>
            <a:ext cx="11462413" cy="1733328"/>
          </a:xfrm>
          <a:prstGeom prst="rect">
            <a:avLst/>
          </a:prstGeom>
          <a:solidFill>
            <a:schemeClr val="lt1">
              <a:alpha val="45098"/>
            </a:schemeClr>
          </a:solid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34006E"/>
              </a:buClr>
              <a:buSzPts val="4800"/>
              <a:buFont typeface="Arial"/>
              <a:buNone/>
            </a:pPr>
            <a:r>
              <a:rPr b="1" i="0" lang="en-US" sz="4800" u="none" cap="none" strike="noStrike">
                <a:solidFill>
                  <a:srgbClr val="34006E"/>
                </a:solidFill>
                <a:latin typeface="Calibri"/>
                <a:ea typeface="Calibri"/>
                <a:cs typeface="Calibri"/>
                <a:sym typeface="Calibri"/>
              </a:rPr>
              <a:t>EE 400: TinyML </a:t>
            </a:r>
            <a:endParaRPr/>
          </a:p>
          <a:p>
            <a:pPr indent="0" lvl="0" marL="0" marR="0" rtl="0" algn="ctr">
              <a:lnSpc>
                <a:spcPct val="90000"/>
              </a:lnSpc>
              <a:spcBef>
                <a:spcPts val="1000"/>
              </a:spcBef>
              <a:spcAft>
                <a:spcPts val="0"/>
              </a:spcAft>
              <a:buClr>
                <a:srgbClr val="34006E"/>
              </a:buClr>
              <a:buSzPts val="4800"/>
              <a:buFont typeface="Arial"/>
              <a:buNone/>
            </a:pPr>
            <a:r>
              <a:rPr b="1" i="0" lang="en-US" sz="4800" u="none" cap="none" strike="noStrike">
                <a:solidFill>
                  <a:srgbClr val="34006E"/>
                </a:solidFill>
                <a:latin typeface="Calibri"/>
                <a:ea typeface="Calibri"/>
                <a:cs typeface="Calibri"/>
                <a:sym typeface="Calibri"/>
              </a:rPr>
              <a:t>Lab 6: Wizard Magic Wand</a:t>
            </a:r>
            <a:endParaRPr b="1" i="0" sz="4800" u="none" cap="none" strike="noStrike">
              <a:solidFill>
                <a:srgbClr val="34006E"/>
              </a:solidFill>
              <a:latin typeface="Calibri"/>
              <a:ea typeface="Calibri"/>
              <a:cs typeface="Calibri"/>
              <a:sym typeface="Calibri"/>
            </a:endParaRPr>
          </a:p>
        </p:txBody>
      </p:sp>
      <p:sp>
        <p:nvSpPr>
          <p:cNvPr id="125" name="Google Shape;125;p1"/>
          <p:cNvSpPr txBox="1"/>
          <p:nvPr/>
        </p:nvSpPr>
        <p:spPr>
          <a:xfrm>
            <a:off x="2104791" y="2985306"/>
            <a:ext cx="7982418" cy="2587603"/>
          </a:xfrm>
          <a:prstGeom prst="rect">
            <a:avLst/>
          </a:prstGeom>
          <a:solidFill>
            <a:schemeClr val="lt1">
              <a:alpha val="45098"/>
            </a:schemeClr>
          </a:solid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34006E"/>
              </a:buClr>
              <a:buSzPts val="2800"/>
              <a:buFont typeface="Arial"/>
              <a:buNone/>
            </a:pPr>
            <a:r>
              <a:rPr b="1" i="0" lang="en-US" sz="2800" u="none" cap="none" strike="noStrike">
                <a:solidFill>
                  <a:srgbClr val="34006E"/>
                </a:solidFill>
                <a:latin typeface="Calibri"/>
                <a:ea typeface="Calibri"/>
                <a:cs typeface="Calibri"/>
                <a:sym typeface="Calibri"/>
              </a:rPr>
              <a:t>Summer 2025</a:t>
            </a:r>
            <a:endParaRPr/>
          </a:p>
          <a:p>
            <a:pPr indent="0" lvl="0" marL="0" marR="0" rtl="0" algn="ctr">
              <a:lnSpc>
                <a:spcPct val="90000"/>
              </a:lnSpc>
              <a:spcBef>
                <a:spcPts val="1000"/>
              </a:spcBef>
              <a:spcAft>
                <a:spcPts val="0"/>
              </a:spcAft>
              <a:buClr>
                <a:schemeClr val="dk1"/>
              </a:buClr>
              <a:buSzPts val="100"/>
              <a:buFont typeface="Arial"/>
              <a:buNone/>
            </a:pPr>
            <a:r>
              <a:t/>
            </a:r>
            <a:endParaRPr b="1" i="0" sz="100" u="none" cap="none" strike="noStrike">
              <a:solidFill>
                <a:srgbClr val="34006E"/>
              </a:solidFill>
              <a:latin typeface="Calibri"/>
              <a:ea typeface="Calibri"/>
              <a:cs typeface="Calibri"/>
              <a:sym typeface="Calibri"/>
            </a:endParaRPr>
          </a:p>
          <a:p>
            <a:pPr indent="0" lvl="0" marL="0" marR="0" rtl="0" algn="ctr">
              <a:lnSpc>
                <a:spcPct val="90000"/>
              </a:lnSpc>
              <a:spcBef>
                <a:spcPts val="1000"/>
              </a:spcBef>
              <a:spcAft>
                <a:spcPts val="0"/>
              </a:spcAft>
              <a:buClr>
                <a:srgbClr val="34006E"/>
              </a:buClr>
              <a:buSzPts val="2800"/>
              <a:buFont typeface="Arial"/>
              <a:buNone/>
            </a:pPr>
            <a:r>
              <a:rPr b="1" i="0" lang="en-US" sz="2800" u="none" cap="none" strike="noStrike">
                <a:solidFill>
                  <a:srgbClr val="34006E"/>
                </a:solidFill>
                <a:latin typeface="Calibri"/>
                <a:ea typeface="Calibri"/>
                <a:cs typeface="Calibri"/>
                <a:sym typeface="Calibri"/>
              </a:rPr>
              <a:t>Instructor: Dinuka Sahabandu (</a:t>
            </a:r>
            <a:r>
              <a:rPr b="1" i="0" lang="en-US" sz="2800" u="sng" cap="none" strike="noStrike">
                <a:solidFill>
                  <a:srgbClr val="0D00FF"/>
                </a:solidFill>
                <a:latin typeface="Calibri"/>
                <a:ea typeface="Calibri"/>
                <a:cs typeface="Calibri"/>
                <a:sym typeface="Calibri"/>
                <a:hlinkClick r:id="rId3">
                  <a:extLst>
                    <a:ext uri="{A12FA001-AC4F-418D-AE19-62706E023703}">
                      <ahyp:hlinkClr val="tx"/>
                    </a:ext>
                  </a:extLst>
                </a:hlinkClick>
              </a:rPr>
              <a:t>sdinuka@uw.edu</a:t>
            </a:r>
            <a:r>
              <a:rPr b="1" i="0" lang="en-US" sz="2800" u="none" cap="none" strike="noStrike">
                <a:solidFill>
                  <a:srgbClr val="34006E"/>
                </a:solidFill>
                <a:latin typeface="Calibri"/>
                <a:ea typeface="Calibri"/>
                <a:cs typeface="Calibri"/>
                <a:sym typeface="Calibri"/>
              </a:rPr>
              <a:t>)</a:t>
            </a:r>
            <a:endParaRPr/>
          </a:p>
          <a:p>
            <a:pPr indent="0" lvl="0" marL="0" marR="0" rtl="0" algn="ctr">
              <a:lnSpc>
                <a:spcPct val="90000"/>
              </a:lnSpc>
              <a:spcBef>
                <a:spcPts val="1000"/>
              </a:spcBef>
              <a:spcAft>
                <a:spcPts val="0"/>
              </a:spcAft>
              <a:buClr>
                <a:srgbClr val="34006E"/>
              </a:buClr>
              <a:buSzPts val="2300"/>
              <a:buFont typeface="Arial"/>
              <a:buNone/>
            </a:pPr>
            <a:r>
              <a:rPr b="1" i="0" lang="en-US" sz="2300" u="none" cap="none" strike="noStrike">
                <a:solidFill>
                  <a:srgbClr val="34006E"/>
                </a:solidFill>
                <a:latin typeface="Calibri"/>
                <a:ea typeface="Calibri"/>
                <a:cs typeface="Calibri"/>
                <a:sym typeface="Calibri"/>
              </a:rPr>
              <a:t>Assistant Teaching Professor</a:t>
            </a:r>
            <a:endParaRPr/>
          </a:p>
          <a:p>
            <a:pPr indent="0" lvl="0" marL="0" marR="0" rtl="0" algn="ctr">
              <a:lnSpc>
                <a:spcPct val="90000"/>
              </a:lnSpc>
              <a:spcBef>
                <a:spcPts val="1000"/>
              </a:spcBef>
              <a:spcAft>
                <a:spcPts val="0"/>
              </a:spcAft>
              <a:buClr>
                <a:srgbClr val="34006E"/>
              </a:buClr>
              <a:buSzPts val="2300"/>
              <a:buFont typeface="Arial"/>
              <a:buNone/>
            </a:pPr>
            <a:r>
              <a:rPr b="1" i="0" lang="en-US" sz="2300" u="none" cap="none" strike="noStrike">
                <a:solidFill>
                  <a:srgbClr val="34006E"/>
                </a:solidFill>
                <a:latin typeface="Calibri"/>
                <a:ea typeface="Calibri"/>
                <a:cs typeface="Calibri"/>
                <a:sym typeface="Calibri"/>
              </a:rPr>
              <a:t>Department of Electrical and Computer Engineering</a:t>
            </a:r>
            <a:endParaRPr/>
          </a:p>
          <a:p>
            <a:pPr indent="0" lvl="0" marL="0" marR="0" rtl="0" algn="ctr">
              <a:lnSpc>
                <a:spcPct val="90000"/>
              </a:lnSpc>
              <a:spcBef>
                <a:spcPts val="1000"/>
              </a:spcBef>
              <a:spcAft>
                <a:spcPts val="0"/>
              </a:spcAft>
              <a:buClr>
                <a:srgbClr val="34006E"/>
              </a:buClr>
              <a:buSzPts val="2300"/>
              <a:buFont typeface="Arial"/>
              <a:buNone/>
            </a:pPr>
            <a:r>
              <a:rPr b="1" i="0" lang="en-US" sz="2300" u="none" cap="none" strike="noStrike">
                <a:solidFill>
                  <a:srgbClr val="34006E"/>
                </a:solidFill>
                <a:latin typeface="Calibri"/>
                <a:ea typeface="Calibri"/>
                <a:cs typeface="Calibri"/>
                <a:sym typeface="Calibri"/>
              </a:rPr>
              <a:t>University of Washington</a:t>
            </a:r>
            <a:endParaRPr/>
          </a:p>
          <a:p>
            <a:pPr indent="0" lvl="0" marL="0" marR="0" rtl="0" algn="ctr">
              <a:lnSpc>
                <a:spcPct val="90000"/>
              </a:lnSpc>
              <a:spcBef>
                <a:spcPts val="1000"/>
              </a:spcBef>
              <a:spcAft>
                <a:spcPts val="0"/>
              </a:spcAft>
              <a:buClr>
                <a:schemeClr val="dk1"/>
              </a:buClr>
              <a:buSzPts val="2800"/>
              <a:buFont typeface="Arial"/>
              <a:buNone/>
            </a:pPr>
            <a:r>
              <a:t/>
            </a:r>
            <a:endParaRPr b="1" i="0" sz="2800" u="none" cap="none" strike="noStrike">
              <a:solidFill>
                <a:srgbClr val="34006E"/>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ts val="2800"/>
              <a:buFont typeface="Arial"/>
              <a:buNone/>
            </a:pPr>
            <a:r>
              <a:t/>
            </a:r>
            <a:endParaRPr b="1" i="0" sz="2800" u="none" cap="none" strike="noStrike">
              <a:solidFill>
                <a:srgbClr val="34006E"/>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txBox="1"/>
          <p:nvPr/>
        </p:nvSpPr>
        <p:spPr>
          <a:xfrm>
            <a:off x="156856" y="0"/>
            <a:ext cx="4856239" cy="1330839"/>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7000"/>
              <a:buFont typeface="Calibri"/>
              <a:buNone/>
            </a:pPr>
            <a:r>
              <a:rPr b="1" i="0" lang="en-US" sz="7000" u="none" cap="none" strike="noStrike">
                <a:solidFill>
                  <a:srgbClr val="000000"/>
                </a:solidFill>
                <a:latin typeface="Calibri"/>
                <a:ea typeface="Calibri"/>
                <a:cs typeface="Calibri"/>
                <a:sym typeface="Calibri"/>
              </a:rPr>
              <a:t>Today’s Lab</a:t>
            </a:r>
            <a:endParaRPr/>
          </a:p>
        </p:txBody>
      </p:sp>
      <p:sp>
        <p:nvSpPr>
          <p:cNvPr id="132" name="Google Shape;132;p2"/>
          <p:cNvSpPr txBox="1"/>
          <p:nvPr>
            <p:ph idx="12" type="sldNum"/>
          </p:nvPr>
        </p:nvSpPr>
        <p:spPr>
          <a:xfrm>
            <a:off x="9448800" y="6474619"/>
            <a:ext cx="2743200" cy="365125"/>
          </a:xfrm>
          <a:prstGeom prst="rect">
            <a:avLst/>
          </a:prstGeom>
          <a:noFill/>
          <a:ln>
            <a:noFill/>
          </a:ln>
        </p:spPr>
        <p:txBody>
          <a:bodyPr anchorCtr="0" anchor="ctr" bIns="45700" lIns="91425" spcFirstLastPara="1" rIns="91425" wrap="square" tIns="45700">
            <a:normAutofit/>
          </a:bodyPr>
          <a:lstStyle/>
          <a:p>
            <a:pPr indent="0" lvl="0" marL="0" marR="0" rtl="0" algn="r">
              <a:lnSpc>
                <a:spcPct val="100000"/>
              </a:lnSpc>
              <a:spcBef>
                <a:spcPts val="0"/>
              </a:spcBef>
              <a:spcAft>
                <a:spcPts val="0"/>
              </a:spcAft>
              <a:buClr>
                <a:srgbClr val="7F7F7F"/>
              </a:buClr>
              <a:buSzPts val="1200"/>
              <a:buFont typeface="Calibri"/>
              <a:buNone/>
            </a:pPr>
            <a:fld id="{00000000-1234-1234-1234-123412341234}" type="slidenum">
              <a:rPr b="0" i="0" lang="en-US" sz="1200" u="none" cap="none" strike="noStrike">
                <a:solidFill>
                  <a:srgbClr val="7F7F7F"/>
                </a:solidFill>
                <a:latin typeface="Calibri"/>
                <a:ea typeface="Calibri"/>
                <a:cs typeface="Calibri"/>
                <a:sym typeface="Calibri"/>
              </a:rPr>
              <a:t>‹#›</a:t>
            </a:fld>
            <a:endParaRPr b="0" i="0" sz="1200" u="none" cap="none" strike="noStrike">
              <a:solidFill>
                <a:srgbClr val="7F7F7F"/>
              </a:solidFill>
              <a:latin typeface="Calibri"/>
              <a:ea typeface="Calibri"/>
              <a:cs typeface="Calibri"/>
              <a:sym typeface="Calibri"/>
            </a:endParaRPr>
          </a:p>
        </p:txBody>
      </p:sp>
      <p:sp>
        <p:nvSpPr>
          <p:cNvPr id="133" name="Google Shape;133;p2"/>
          <p:cNvSpPr txBox="1"/>
          <p:nvPr/>
        </p:nvSpPr>
        <p:spPr>
          <a:xfrm>
            <a:off x="156856" y="1144579"/>
            <a:ext cx="5929493" cy="4793083"/>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170000"/>
              </a:lnSpc>
              <a:spcBef>
                <a:spcPts val="0"/>
              </a:spcBef>
              <a:spcAft>
                <a:spcPts val="0"/>
              </a:spcAft>
              <a:buClr>
                <a:srgbClr val="000000"/>
              </a:buClr>
              <a:buSzPct val="100000"/>
              <a:buFont typeface="Arial"/>
              <a:buChar char="•"/>
            </a:pPr>
            <a:r>
              <a:rPr b="0" i="0" lang="en-US" sz="2800" u="none" cap="none" strike="noStrike">
                <a:solidFill>
                  <a:srgbClr val="000000"/>
                </a:solidFill>
                <a:latin typeface="Calibri"/>
                <a:ea typeface="Calibri"/>
                <a:cs typeface="Calibri"/>
                <a:sym typeface="Calibri"/>
              </a:rPr>
              <a:t>Both Software and Hardware Lab!</a:t>
            </a:r>
            <a:endParaRPr/>
          </a:p>
          <a:p>
            <a:pPr indent="-228600" lvl="0" marL="228600" marR="0" rtl="0" algn="l">
              <a:lnSpc>
                <a:spcPct val="170000"/>
              </a:lnSpc>
              <a:spcBef>
                <a:spcPts val="1000"/>
              </a:spcBef>
              <a:spcAft>
                <a:spcPts val="0"/>
              </a:spcAft>
              <a:buClr>
                <a:srgbClr val="1F2328"/>
              </a:buClr>
              <a:buSzPct val="100000"/>
              <a:buFont typeface="Arial"/>
              <a:buChar char="•"/>
            </a:pPr>
            <a:r>
              <a:rPr b="0" i="0" lang="en-US" sz="2800" u="none" cap="none" strike="noStrike">
                <a:solidFill>
                  <a:srgbClr val="1F2328"/>
                </a:solidFill>
                <a:latin typeface="Arial"/>
                <a:ea typeface="Arial"/>
                <a:cs typeface="Arial"/>
                <a:sym typeface="Arial"/>
              </a:rPr>
              <a:t>Gathering data</a:t>
            </a:r>
            <a:endParaRPr b="0" i="0" sz="2800" u="none" cap="none" strike="noStrike">
              <a:solidFill>
                <a:srgbClr val="000000"/>
              </a:solidFill>
              <a:latin typeface="Calibri"/>
              <a:ea typeface="Calibri"/>
              <a:cs typeface="Calibri"/>
              <a:sym typeface="Calibri"/>
            </a:endParaRPr>
          </a:p>
          <a:p>
            <a:pPr indent="-228600" lvl="0" marL="228600" marR="0" rtl="0" algn="l">
              <a:lnSpc>
                <a:spcPct val="170000"/>
              </a:lnSpc>
              <a:spcBef>
                <a:spcPts val="1000"/>
              </a:spcBef>
              <a:spcAft>
                <a:spcPts val="0"/>
              </a:spcAft>
              <a:buClr>
                <a:srgbClr val="000000"/>
              </a:buClr>
              <a:buSzPct val="100000"/>
              <a:buFont typeface="Arial"/>
              <a:buChar char="•"/>
            </a:pPr>
            <a:r>
              <a:rPr b="0" i="0" lang="en-US" sz="2800" u="none" cap="none" strike="noStrike">
                <a:solidFill>
                  <a:srgbClr val="000000"/>
                </a:solidFill>
                <a:latin typeface="Calibri"/>
                <a:ea typeface="Calibri"/>
                <a:cs typeface="Calibri"/>
                <a:sym typeface="Calibri"/>
              </a:rPr>
              <a:t>Training a model to recognize gesture</a:t>
            </a:r>
            <a:endParaRPr/>
          </a:p>
          <a:p>
            <a:pPr indent="-228600" lvl="0" marL="228600" marR="0" rtl="0" algn="l">
              <a:lnSpc>
                <a:spcPct val="170000"/>
              </a:lnSpc>
              <a:spcBef>
                <a:spcPts val="1000"/>
              </a:spcBef>
              <a:spcAft>
                <a:spcPts val="0"/>
              </a:spcAft>
              <a:buClr>
                <a:srgbClr val="000000"/>
              </a:buClr>
              <a:buSzPct val="100000"/>
              <a:buFont typeface="Arial"/>
              <a:buChar char="•"/>
            </a:pPr>
            <a:r>
              <a:rPr b="0" i="0" lang="en-US" sz="2800" u="none" cap="none" strike="noStrike">
                <a:solidFill>
                  <a:srgbClr val="000000"/>
                </a:solidFill>
                <a:latin typeface="Calibri"/>
                <a:ea typeface="Calibri"/>
                <a:cs typeface="Calibri"/>
                <a:sym typeface="Calibri"/>
              </a:rPr>
              <a:t>Finetuning your model using your data</a:t>
            </a:r>
            <a:endParaRPr b="0" i="0" sz="2800" u="none" cap="none" strike="noStrike">
              <a:solidFill>
                <a:srgbClr val="000000"/>
              </a:solidFill>
              <a:latin typeface="Calibri"/>
              <a:ea typeface="Calibri"/>
              <a:cs typeface="Calibri"/>
              <a:sym typeface="Calibri"/>
            </a:endParaRPr>
          </a:p>
          <a:p>
            <a:pPr indent="-228600" lvl="0" marL="228600" marR="0" rtl="0" algn="l">
              <a:lnSpc>
                <a:spcPct val="170000"/>
              </a:lnSpc>
              <a:spcBef>
                <a:spcPts val="1000"/>
              </a:spcBef>
              <a:spcAft>
                <a:spcPts val="0"/>
              </a:spcAft>
              <a:buClr>
                <a:srgbClr val="000000"/>
              </a:buClr>
              <a:buSzPct val="100000"/>
              <a:buFont typeface="Arial"/>
              <a:buChar char="•"/>
            </a:pPr>
            <a:r>
              <a:rPr b="0" i="0" lang="en-US" sz="2800" u="none" cap="none" strike="noStrike">
                <a:solidFill>
                  <a:srgbClr val="000000"/>
                </a:solidFill>
                <a:latin typeface="Calibri"/>
                <a:ea typeface="Calibri"/>
                <a:cs typeface="Calibri"/>
                <a:sym typeface="Calibri"/>
              </a:rPr>
              <a:t>Quantize the model for TinyML</a:t>
            </a:r>
            <a:endParaRPr/>
          </a:p>
          <a:p>
            <a:pPr indent="-228600" lvl="0" marL="228600" marR="0" rtl="0" algn="l">
              <a:lnSpc>
                <a:spcPct val="170000"/>
              </a:lnSpc>
              <a:spcBef>
                <a:spcPts val="1000"/>
              </a:spcBef>
              <a:spcAft>
                <a:spcPts val="0"/>
              </a:spcAft>
              <a:buClr>
                <a:srgbClr val="000000"/>
              </a:buClr>
              <a:buSzPct val="100000"/>
              <a:buFont typeface="Arial"/>
              <a:buChar char="•"/>
            </a:pPr>
            <a:r>
              <a:rPr b="0" i="0" lang="en-US" sz="2800" u="none" cap="none" strike="noStrike">
                <a:solidFill>
                  <a:srgbClr val="000000"/>
                </a:solidFill>
                <a:latin typeface="Calibri"/>
                <a:ea typeface="Calibri"/>
                <a:cs typeface="Calibri"/>
                <a:sym typeface="Calibri"/>
              </a:rPr>
              <a:t>Deploy the model to the Arduino board </a:t>
            </a:r>
            <a:endParaRPr/>
          </a:p>
        </p:txBody>
      </p:sp>
      <p:pic>
        <p:nvPicPr>
          <p:cNvPr descr="J.K. Rowling Is in a Fight With a Store That Sells 'Real' Magic Wands" id="134" name="Google Shape;134;p2"/>
          <p:cNvPicPr preferRelativeResize="0"/>
          <p:nvPr/>
        </p:nvPicPr>
        <p:blipFill rotWithShape="1">
          <a:blip r:embed="rId3">
            <a:alphaModFix/>
          </a:blip>
          <a:srcRect b="0" l="18025" r="9196" t="0"/>
          <a:stretch/>
        </p:blipFill>
        <p:spPr>
          <a:xfrm>
            <a:off x="6086349" y="-1"/>
            <a:ext cx="6105652" cy="62919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3"/>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006E"/>
              </a:buClr>
              <a:buSzPts val="4100"/>
              <a:buFont typeface="Calibri"/>
              <a:buNone/>
            </a:pPr>
            <a:r>
              <a:rPr b="0" lang="en-US"/>
              <a:t>Lab 6 - Software - Road Map </a:t>
            </a:r>
            <a:endParaRPr/>
          </a:p>
        </p:txBody>
      </p:sp>
      <p:pic>
        <p:nvPicPr>
          <p:cNvPr descr="A close-up of a roulette wheel&#10;&#10;Description automatically generated with medium confidence" id="142" name="Google Shape;142;p3"/>
          <p:cNvPicPr preferRelativeResize="0"/>
          <p:nvPr/>
        </p:nvPicPr>
        <p:blipFill rotWithShape="1">
          <a:blip r:embed="rId3">
            <a:alphaModFix/>
          </a:blip>
          <a:srcRect b="0" l="0" r="0" t="0"/>
          <a:stretch/>
        </p:blipFill>
        <p:spPr>
          <a:xfrm>
            <a:off x="6649638" y="596348"/>
            <a:ext cx="5483639" cy="6165483"/>
          </a:xfrm>
          <a:prstGeom prst="rect">
            <a:avLst/>
          </a:prstGeom>
          <a:noFill/>
          <a:ln>
            <a:noFill/>
          </a:ln>
        </p:spPr>
      </p:pic>
      <p:sp>
        <p:nvSpPr>
          <p:cNvPr id="143" name="Google Shape;143;p3"/>
          <p:cNvSpPr txBox="1"/>
          <p:nvPr/>
        </p:nvSpPr>
        <p:spPr>
          <a:xfrm>
            <a:off x="264133" y="1280110"/>
            <a:ext cx="6385505" cy="4297780"/>
          </a:xfrm>
          <a:prstGeom prst="rect">
            <a:avLst/>
          </a:prstGeom>
          <a:noFill/>
          <a:ln>
            <a:noFill/>
          </a:ln>
        </p:spPr>
        <p:txBody>
          <a:bodyPr anchorCtr="0" anchor="t" bIns="45700" lIns="91425" spcFirstLastPara="1" rIns="91425" wrap="square" tIns="45700">
            <a:spAutoFit/>
          </a:bodyPr>
          <a:lstStyle/>
          <a:p>
            <a:pPr indent="-152400" lvl="0" marL="0" marR="0" rtl="0" algn="l">
              <a:lnSpc>
                <a:spcPct val="150000"/>
              </a:lnSpc>
              <a:spcBef>
                <a:spcPts val="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Data Collection using Bluetooth</a:t>
            </a:r>
            <a:endParaRPr/>
          </a:p>
          <a:p>
            <a:pPr indent="-152400" lvl="0" marL="0" marR="0" rtl="0" algn="l">
              <a:lnSpc>
                <a:spcPct val="150000"/>
              </a:lnSpc>
              <a:spcBef>
                <a:spcPts val="6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Labelled the data and Upload it to Google Drive</a:t>
            </a:r>
            <a:endParaRPr/>
          </a:p>
          <a:p>
            <a:pPr indent="-152400" lvl="0" marL="0" marR="0" rtl="0" algn="l">
              <a:lnSpc>
                <a:spcPct val="150000"/>
              </a:lnSpc>
              <a:spcBef>
                <a:spcPts val="6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Rasterize the JSON files to Images</a:t>
            </a:r>
            <a:endParaRPr/>
          </a:p>
          <a:p>
            <a:pPr indent="-152400" lvl="0" marL="0" marR="0" rtl="0" algn="l">
              <a:lnSpc>
                <a:spcPct val="150000"/>
              </a:lnSpc>
              <a:spcBef>
                <a:spcPts val="6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Train a CNN Model</a:t>
            </a:r>
            <a:endParaRPr/>
          </a:p>
          <a:p>
            <a:pPr indent="-152400" lvl="0" marL="0" marR="0" rtl="0" algn="l">
              <a:lnSpc>
                <a:spcPct val="150000"/>
              </a:lnSpc>
              <a:spcBef>
                <a:spcPts val="6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Model Evaluation</a:t>
            </a:r>
            <a:endParaRPr/>
          </a:p>
          <a:p>
            <a:pPr indent="-152400" lvl="0" marL="0" marR="0" rtl="0" algn="l">
              <a:lnSpc>
                <a:spcPct val="150000"/>
              </a:lnSpc>
              <a:spcBef>
                <a:spcPts val="6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 Covert the TensorFlow model to TensorFlow Lite Micro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0" name="Google Shape;150;p4"/>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What you need</a:t>
            </a:r>
            <a:endParaRPr>
              <a:solidFill>
                <a:srgbClr val="7030A0"/>
              </a:solidFill>
            </a:endParaRPr>
          </a:p>
        </p:txBody>
      </p:sp>
      <p:sp>
        <p:nvSpPr>
          <p:cNvPr id="151" name="Google Shape;151;p4"/>
          <p:cNvSpPr txBox="1"/>
          <p:nvPr/>
        </p:nvSpPr>
        <p:spPr>
          <a:xfrm>
            <a:off x="355384" y="1254963"/>
            <a:ext cx="10312616" cy="46493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Mac, Linux or Windows laptop</a:t>
            </a:r>
            <a:endParaRPr/>
          </a:p>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Arduino Nano BLE Sense 33</a:t>
            </a:r>
            <a:endParaRPr/>
          </a:p>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MicroUSB cable</a:t>
            </a:r>
            <a:endParaRPr/>
          </a:p>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Possibly a USB C to USB A converter, if you’re on a USB C laptop</a:t>
            </a:r>
            <a:endParaRPr/>
          </a:p>
          <a:p>
            <a:pPr indent="0" lvl="0" marL="0" marR="0" rtl="0" algn="l">
              <a:lnSpc>
                <a:spcPct val="150000"/>
              </a:lnSpc>
              <a:spcBef>
                <a:spcPts val="0"/>
              </a:spcBef>
              <a:spcAft>
                <a:spcPts val="0"/>
              </a:spcAft>
              <a:buNone/>
            </a:pPr>
            <a:r>
              <a:t/>
            </a:r>
            <a:endParaRPr b="0" i="0" sz="2500" u="none" cap="none" strike="noStrike">
              <a:solidFill>
                <a:srgbClr val="000000"/>
              </a:solidFill>
              <a:latin typeface="Calibri"/>
              <a:ea typeface="Calibri"/>
              <a:cs typeface="Calibri"/>
              <a:sym typeface="Calibri"/>
            </a:endParaRPr>
          </a:p>
          <a:p>
            <a:pPr indent="0" lvl="0" marL="0" marR="0" rtl="0" algn="l">
              <a:lnSpc>
                <a:spcPct val="150000"/>
              </a:lnSpc>
              <a:spcBef>
                <a:spcPts val="0"/>
              </a:spcBef>
              <a:spcAft>
                <a:spcPts val="0"/>
              </a:spcAft>
              <a:buNone/>
            </a:pPr>
            <a:r>
              <a:rPr b="0" i="0" lang="en-US" sz="2500" u="none" cap="none" strike="noStrike">
                <a:solidFill>
                  <a:srgbClr val="000000"/>
                </a:solidFill>
                <a:latin typeface="Calibri"/>
                <a:ea typeface="Calibri"/>
                <a:cs typeface="Calibri"/>
                <a:sym typeface="Calibri"/>
              </a:rPr>
              <a:t>[Optional] If you really really want to build magic wand …</a:t>
            </a:r>
            <a:endParaRPr/>
          </a:p>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A stick, about 12 inches (30 cm long)</a:t>
            </a:r>
            <a:endParaRPr/>
          </a:p>
          <a:p>
            <a:pPr indent="-342900" lvl="0" marL="342900" marR="0" rtl="0" algn="l">
              <a:lnSpc>
                <a:spcPct val="150000"/>
              </a:lnSpc>
              <a:spcBef>
                <a:spcPts val="0"/>
              </a:spcBef>
              <a:spcAft>
                <a:spcPts val="0"/>
              </a:spcAft>
              <a:buClr>
                <a:srgbClr val="000000"/>
              </a:buClr>
              <a:buSzPts val="2500"/>
              <a:buFont typeface="Arial"/>
              <a:buChar char="•"/>
            </a:pPr>
            <a:r>
              <a:rPr b="0" i="0" lang="en-US" sz="2500" u="none" cap="none" strike="noStrike">
                <a:solidFill>
                  <a:srgbClr val="000000"/>
                </a:solidFill>
                <a:latin typeface="Calibri"/>
                <a:ea typeface="Calibri"/>
                <a:cs typeface="Calibri"/>
                <a:sym typeface="Calibri"/>
              </a:rPr>
              <a:t>Sticky tape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8" name="Google Shape;158;p5"/>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Recording Gestures</a:t>
            </a:r>
            <a:endParaRPr/>
          </a:p>
        </p:txBody>
      </p:sp>
      <p:sp>
        <p:nvSpPr>
          <p:cNvPr id="159" name="Google Shape;159;p5"/>
          <p:cNvSpPr txBox="1"/>
          <p:nvPr/>
        </p:nvSpPr>
        <p:spPr>
          <a:xfrm>
            <a:off x="355384" y="1254963"/>
            <a:ext cx="10985164" cy="3046988"/>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000000"/>
              </a:buClr>
              <a:buSzPts val="2400"/>
              <a:buFont typeface="Arial"/>
              <a:buAutoNum type="arabicPeriod"/>
            </a:pPr>
            <a:r>
              <a:rPr b="0" i="0" lang="en-US" sz="2400" u="none" cap="none" strike="noStrike">
                <a:solidFill>
                  <a:srgbClr val="000000"/>
                </a:solidFill>
                <a:latin typeface="Arial"/>
                <a:ea typeface="Arial"/>
                <a:cs typeface="Arial"/>
                <a:sym typeface="Arial"/>
              </a:rPr>
              <a:t>Connect the board to the webpage using Bluetooth and Chrome’s WebBLE API.</a:t>
            </a:r>
            <a:endParaRPr/>
          </a:p>
          <a:p>
            <a:pPr indent="-457200" lvl="0" marL="457200" marR="0" rtl="0" algn="l">
              <a:spcBef>
                <a:spcPts val="0"/>
              </a:spcBef>
              <a:spcAft>
                <a:spcPts val="0"/>
              </a:spcAft>
              <a:buClr>
                <a:srgbClr val="000000"/>
              </a:buClr>
              <a:buSzPts val="2400"/>
              <a:buFont typeface="Arial"/>
              <a:buAutoNum type="arabicPeriod"/>
            </a:pPr>
            <a:r>
              <a:rPr b="0" i="0" lang="en-US" sz="2400" u="none" cap="none" strike="noStrike">
                <a:solidFill>
                  <a:srgbClr val="000000"/>
                </a:solidFill>
                <a:latin typeface="Arial"/>
                <a:ea typeface="Arial"/>
                <a:cs typeface="Arial"/>
                <a:sym typeface="Arial"/>
              </a:rPr>
              <a:t>Moving the wand to collect the data.</a:t>
            </a:r>
            <a:endParaRPr/>
          </a:p>
          <a:p>
            <a:pPr indent="-457200" lvl="0" marL="457200" marR="0" rtl="0" algn="l">
              <a:spcBef>
                <a:spcPts val="0"/>
              </a:spcBef>
              <a:spcAft>
                <a:spcPts val="0"/>
              </a:spcAft>
              <a:buClr>
                <a:srgbClr val="000000"/>
              </a:buClr>
              <a:buSzPts val="2400"/>
              <a:buFont typeface="Arial"/>
              <a:buAutoNum type="arabicPeriod"/>
            </a:pPr>
            <a:r>
              <a:rPr b="0" i="0" lang="en-US" sz="2400" u="none" cap="none" strike="noStrike">
                <a:solidFill>
                  <a:srgbClr val="000000"/>
                </a:solidFill>
                <a:latin typeface="Arial"/>
                <a:ea typeface="Arial"/>
                <a:cs typeface="Arial"/>
                <a:sym typeface="Arial"/>
              </a:rPr>
              <a:t>The gestures are automatically split up by times when the wand is kept still. </a:t>
            </a:r>
            <a:endParaRPr/>
          </a:p>
          <a:p>
            <a:pPr indent="-457200" lvl="0" marL="457200" marR="0" rtl="0" algn="l">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Aim for at least 100 clean gestures of each type</a:t>
            </a:r>
            <a:endParaRPr b="0" i="0" sz="2400" u="none" cap="none" strike="noStrike">
              <a:solidFill>
                <a:srgbClr val="000000"/>
              </a:solidFill>
              <a:latin typeface="Arial"/>
              <a:ea typeface="Arial"/>
              <a:cs typeface="Arial"/>
              <a:sym typeface="Arial"/>
            </a:endParaRPr>
          </a:p>
          <a:p>
            <a:pPr indent="-457200" lvl="0" marL="457200" marR="0" rtl="0" algn="l">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Review and remove any sloppy or unrecognizable gestures using the trash can button</a:t>
            </a:r>
            <a:endParaRPr/>
          </a:p>
          <a:p>
            <a:pPr indent="-457200" lvl="0" marL="457200" marR="0" rtl="0" algn="l">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Label each gesture with its correct name (e.g., 0 or 1)</a:t>
            </a:r>
            <a:endParaRPr/>
          </a:p>
          <a:p>
            <a:pPr indent="-457200" lvl="0" marL="457200" marR="0" rtl="0" algn="l">
              <a:spcBef>
                <a:spcPts val="0"/>
              </a:spcBef>
              <a:spcAft>
                <a:spcPts val="0"/>
              </a:spcAft>
              <a:buClr>
                <a:schemeClr val="dk1"/>
              </a:buClr>
              <a:buSzPts val="2400"/>
              <a:buFont typeface="Arial"/>
              <a:buAutoNum type="arabicPeriod"/>
            </a:pPr>
            <a:r>
              <a:rPr b="0" i="0" lang="en-US" sz="2400" u="none" cap="none" strike="noStrike">
                <a:solidFill>
                  <a:schemeClr val="dk1"/>
                </a:solidFill>
                <a:latin typeface="Arial"/>
                <a:ea typeface="Arial"/>
                <a:cs typeface="Arial"/>
                <a:sym typeface="Arial"/>
              </a:rPr>
              <a:t>Download the reviewed and labeled data as a JSON text file for training purposes</a:t>
            </a:r>
            <a:endParaRPr/>
          </a:p>
        </p:txBody>
      </p:sp>
      <p:sp>
        <p:nvSpPr>
          <p:cNvPr id="160" name="Google Shape;160;p5"/>
          <p:cNvSpPr/>
          <p:nvPr/>
        </p:nvSpPr>
        <p:spPr>
          <a:xfrm>
            <a:off x="2093092" y="4841819"/>
            <a:ext cx="7509748" cy="861774"/>
          </a:xfrm>
          <a:custGeom>
            <a:rect b="b" l="l" r="r" t="t"/>
            <a:pathLst>
              <a:path extrusionOk="0" h="861774" w="7509748">
                <a:moveTo>
                  <a:pt x="0" y="0"/>
                </a:moveTo>
                <a:cubicBezTo>
                  <a:pt x="198448" y="-28111"/>
                  <a:pt x="345324" y="9527"/>
                  <a:pt x="502575" y="0"/>
                </a:cubicBezTo>
                <a:cubicBezTo>
                  <a:pt x="659826" y="-9527"/>
                  <a:pt x="694455" y="21228"/>
                  <a:pt x="854956" y="0"/>
                </a:cubicBezTo>
                <a:cubicBezTo>
                  <a:pt x="1015457" y="-21228"/>
                  <a:pt x="1220876" y="67610"/>
                  <a:pt x="1582824" y="0"/>
                </a:cubicBezTo>
                <a:cubicBezTo>
                  <a:pt x="1944772" y="-67610"/>
                  <a:pt x="1851846" y="15120"/>
                  <a:pt x="2085399" y="0"/>
                </a:cubicBezTo>
                <a:cubicBezTo>
                  <a:pt x="2318953" y="-15120"/>
                  <a:pt x="2372486" y="53333"/>
                  <a:pt x="2587975" y="0"/>
                </a:cubicBezTo>
                <a:cubicBezTo>
                  <a:pt x="2803464" y="-53333"/>
                  <a:pt x="2996450" y="40980"/>
                  <a:pt x="3315843" y="0"/>
                </a:cubicBezTo>
                <a:cubicBezTo>
                  <a:pt x="3635236" y="-40980"/>
                  <a:pt x="3567338" y="39643"/>
                  <a:pt x="3743321" y="0"/>
                </a:cubicBezTo>
                <a:cubicBezTo>
                  <a:pt x="3919304" y="-39643"/>
                  <a:pt x="4155745" y="69670"/>
                  <a:pt x="4471188" y="0"/>
                </a:cubicBezTo>
                <a:cubicBezTo>
                  <a:pt x="4786631" y="-69670"/>
                  <a:pt x="4971593" y="12161"/>
                  <a:pt x="5199056" y="0"/>
                </a:cubicBezTo>
                <a:cubicBezTo>
                  <a:pt x="5426519" y="-12161"/>
                  <a:pt x="5503047" y="66592"/>
                  <a:pt x="5776729" y="0"/>
                </a:cubicBezTo>
                <a:cubicBezTo>
                  <a:pt x="6050411" y="-66592"/>
                  <a:pt x="6141679" y="4783"/>
                  <a:pt x="6504597" y="0"/>
                </a:cubicBezTo>
                <a:cubicBezTo>
                  <a:pt x="6867515" y="-4783"/>
                  <a:pt x="6859974" y="31918"/>
                  <a:pt x="7007173" y="0"/>
                </a:cubicBezTo>
                <a:cubicBezTo>
                  <a:pt x="7154372" y="-31918"/>
                  <a:pt x="7341015" y="24165"/>
                  <a:pt x="7509748" y="0"/>
                </a:cubicBezTo>
                <a:cubicBezTo>
                  <a:pt x="7517868" y="168433"/>
                  <a:pt x="7507573" y="350417"/>
                  <a:pt x="7509748" y="439505"/>
                </a:cubicBezTo>
                <a:cubicBezTo>
                  <a:pt x="7511923" y="528594"/>
                  <a:pt x="7497108" y="739301"/>
                  <a:pt x="7509748" y="861774"/>
                </a:cubicBezTo>
                <a:cubicBezTo>
                  <a:pt x="7380433" y="915879"/>
                  <a:pt x="7090148" y="801834"/>
                  <a:pt x="6932075" y="861774"/>
                </a:cubicBezTo>
                <a:cubicBezTo>
                  <a:pt x="6774002" y="921714"/>
                  <a:pt x="6424191" y="852912"/>
                  <a:pt x="6204207" y="861774"/>
                </a:cubicBezTo>
                <a:cubicBezTo>
                  <a:pt x="5984223" y="870636"/>
                  <a:pt x="5808189" y="809532"/>
                  <a:pt x="5626534" y="861774"/>
                </a:cubicBezTo>
                <a:cubicBezTo>
                  <a:pt x="5444879" y="914016"/>
                  <a:pt x="5360553" y="860949"/>
                  <a:pt x="5274154" y="861774"/>
                </a:cubicBezTo>
                <a:cubicBezTo>
                  <a:pt x="5187755" y="862599"/>
                  <a:pt x="5030986" y="826856"/>
                  <a:pt x="4846676" y="861774"/>
                </a:cubicBezTo>
                <a:cubicBezTo>
                  <a:pt x="4662366" y="896692"/>
                  <a:pt x="4267012" y="861276"/>
                  <a:pt x="4118808" y="861774"/>
                </a:cubicBezTo>
                <a:cubicBezTo>
                  <a:pt x="3970604" y="862272"/>
                  <a:pt x="3769741" y="821652"/>
                  <a:pt x="3541135" y="861774"/>
                </a:cubicBezTo>
                <a:cubicBezTo>
                  <a:pt x="3312529" y="901896"/>
                  <a:pt x="3241378" y="823086"/>
                  <a:pt x="3113657" y="861774"/>
                </a:cubicBezTo>
                <a:cubicBezTo>
                  <a:pt x="2985936" y="900462"/>
                  <a:pt x="2819227" y="855549"/>
                  <a:pt x="2535984" y="861774"/>
                </a:cubicBezTo>
                <a:cubicBezTo>
                  <a:pt x="2252741" y="867999"/>
                  <a:pt x="2281442" y="843368"/>
                  <a:pt x="2183604" y="861774"/>
                </a:cubicBezTo>
                <a:cubicBezTo>
                  <a:pt x="2085766" y="880180"/>
                  <a:pt x="1978553" y="860171"/>
                  <a:pt x="1831223" y="861774"/>
                </a:cubicBezTo>
                <a:cubicBezTo>
                  <a:pt x="1683893" y="863377"/>
                  <a:pt x="1375439" y="803166"/>
                  <a:pt x="1253550" y="861774"/>
                </a:cubicBezTo>
                <a:cubicBezTo>
                  <a:pt x="1131661" y="920382"/>
                  <a:pt x="943424" y="854147"/>
                  <a:pt x="826072" y="861774"/>
                </a:cubicBezTo>
                <a:cubicBezTo>
                  <a:pt x="708720" y="869401"/>
                  <a:pt x="399058" y="854744"/>
                  <a:pt x="0" y="861774"/>
                </a:cubicBezTo>
                <a:cubicBezTo>
                  <a:pt x="-376" y="761310"/>
                  <a:pt x="4181" y="562566"/>
                  <a:pt x="0" y="448122"/>
                </a:cubicBezTo>
                <a:cubicBezTo>
                  <a:pt x="-4181" y="333678"/>
                  <a:pt x="31574" y="166157"/>
                  <a:pt x="0" y="0"/>
                </a:cubicBezTo>
                <a:close/>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500" u="none" cap="none" strike="noStrike">
                <a:solidFill>
                  <a:srgbClr val="0432FF"/>
                </a:solidFill>
                <a:latin typeface="Calibri"/>
                <a:ea typeface="Calibri"/>
                <a:cs typeface="Calibri"/>
                <a:sym typeface="Calibri"/>
              </a:rPr>
              <a:t>Please refer to “</a:t>
            </a:r>
            <a:r>
              <a:rPr b="1" i="1" lang="en-US" sz="2500" u="none" cap="none" strike="noStrike">
                <a:solidFill>
                  <a:srgbClr val="0432FF"/>
                </a:solidFill>
                <a:latin typeface="Calibri"/>
                <a:ea typeface="Calibri"/>
                <a:cs typeface="Calibri"/>
                <a:sym typeface="Calibri"/>
              </a:rPr>
              <a:t>Lab 6 Data Collection Instruction.docx</a:t>
            </a:r>
            <a:r>
              <a:rPr b="0" i="0" lang="en-US" sz="2500" u="none" cap="none" strike="noStrike">
                <a:solidFill>
                  <a:srgbClr val="0432FF"/>
                </a:solidFill>
                <a:latin typeface="Calibri"/>
                <a:ea typeface="Calibri"/>
                <a:cs typeface="Calibri"/>
                <a:sym typeface="Calibri"/>
              </a:rPr>
              <a:t>” </a:t>
            </a:r>
            <a:endParaRPr/>
          </a:p>
          <a:p>
            <a:pPr indent="0" lvl="0" marL="0" marR="0" rtl="0" algn="ctr">
              <a:spcBef>
                <a:spcPts val="0"/>
              </a:spcBef>
              <a:spcAft>
                <a:spcPts val="0"/>
              </a:spcAft>
              <a:buNone/>
            </a:pPr>
            <a:r>
              <a:rPr b="0" i="0" lang="en-US" sz="2500" u="none" cap="none" strike="noStrike">
                <a:solidFill>
                  <a:srgbClr val="0432FF"/>
                </a:solidFill>
                <a:latin typeface="Calibri"/>
                <a:ea typeface="Calibri"/>
                <a:cs typeface="Calibri"/>
                <a:sym typeface="Calibri"/>
              </a:rPr>
              <a:t>provided for this lab in canvas under Files section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6"/>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Training and Quantize the Model </a:t>
            </a:r>
            <a:endParaRPr/>
          </a:p>
        </p:txBody>
      </p:sp>
      <p:sp>
        <p:nvSpPr>
          <p:cNvPr id="168" name="Google Shape;168;p6"/>
          <p:cNvSpPr/>
          <p:nvPr/>
        </p:nvSpPr>
        <p:spPr>
          <a:xfrm>
            <a:off x="1564576" y="2527828"/>
            <a:ext cx="9714891" cy="2246769"/>
          </a:xfrm>
          <a:custGeom>
            <a:rect b="b" l="l" r="r" t="t"/>
            <a:pathLst>
              <a:path extrusionOk="0" h="2246769" w="9714891">
                <a:moveTo>
                  <a:pt x="0" y="0"/>
                </a:moveTo>
                <a:cubicBezTo>
                  <a:pt x="103072" y="-15513"/>
                  <a:pt x="255883" y="7449"/>
                  <a:pt x="474315" y="0"/>
                </a:cubicBezTo>
                <a:cubicBezTo>
                  <a:pt x="692747" y="-7449"/>
                  <a:pt x="706291" y="1818"/>
                  <a:pt x="851482" y="0"/>
                </a:cubicBezTo>
                <a:cubicBezTo>
                  <a:pt x="996673" y="-1818"/>
                  <a:pt x="1152679" y="25035"/>
                  <a:pt x="1422946" y="0"/>
                </a:cubicBezTo>
                <a:cubicBezTo>
                  <a:pt x="1693213" y="-25035"/>
                  <a:pt x="1639272" y="16636"/>
                  <a:pt x="1702963" y="0"/>
                </a:cubicBezTo>
                <a:cubicBezTo>
                  <a:pt x="1766654" y="-16636"/>
                  <a:pt x="1932183" y="12744"/>
                  <a:pt x="2080130" y="0"/>
                </a:cubicBezTo>
                <a:cubicBezTo>
                  <a:pt x="2228077" y="-12744"/>
                  <a:pt x="2490380" y="81737"/>
                  <a:pt x="2845892" y="0"/>
                </a:cubicBezTo>
                <a:cubicBezTo>
                  <a:pt x="3201404" y="-81737"/>
                  <a:pt x="3154110" y="1016"/>
                  <a:pt x="3417356" y="0"/>
                </a:cubicBezTo>
                <a:cubicBezTo>
                  <a:pt x="3680602" y="-1016"/>
                  <a:pt x="3640583" y="21774"/>
                  <a:pt x="3794522" y="0"/>
                </a:cubicBezTo>
                <a:cubicBezTo>
                  <a:pt x="3948461" y="-21774"/>
                  <a:pt x="3979530" y="13273"/>
                  <a:pt x="4074540" y="0"/>
                </a:cubicBezTo>
                <a:cubicBezTo>
                  <a:pt x="4169550" y="-13273"/>
                  <a:pt x="4412312" y="25132"/>
                  <a:pt x="4548855" y="0"/>
                </a:cubicBezTo>
                <a:cubicBezTo>
                  <a:pt x="4685399" y="-25132"/>
                  <a:pt x="4895031" y="11866"/>
                  <a:pt x="5120319" y="0"/>
                </a:cubicBezTo>
                <a:cubicBezTo>
                  <a:pt x="5345607" y="-11866"/>
                  <a:pt x="5349305" y="37585"/>
                  <a:pt x="5497485" y="0"/>
                </a:cubicBezTo>
                <a:cubicBezTo>
                  <a:pt x="5645665" y="-37585"/>
                  <a:pt x="6008993" y="40552"/>
                  <a:pt x="6263247" y="0"/>
                </a:cubicBezTo>
                <a:cubicBezTo>
                  <a:pt x="6517501" y="-40552"/>
                  <a:pt x="6539012" y="40605"/>
                  <a:pt x="6737563" y="0"/>
                </a:cubicBezTo>
                <a:cubicBezTo>
                  <a:pt x="6936114" y="-40605"/>
                  <a:pt x="7093421" y="55030"/>
                  <a:pt x="7211878" y="0"/>
                </a:cubicBezTo>
                <a:cubicBezTo>
                  <a:pt x="7330335" y="-55030"/>
                  <a:pt x="7507548" y="50796"/>
                  <a:pt x="7686193" y="0"/>
                </a:cubicBezTo>
                <a:cubicBezTo>
                  <a:pt x="7864839" y="-50796"/>
                  <a:pt x="7830029" y="25791"/>
                  <a:pt x="7966211" y="0"/>
                </a:cubicBezTo>
                <a:cubicBezTo>
                  <a:pt x="8102393" y="-25791"/>
                  <a:pt x="8189878" y="6462"/>
                  <a:pt x="8246228" y="0"/>
                </a:cubicBezTo>
                <a:cubicBezTo>
                  <a:pt x="8302578" y="-6462"/>
                  <a:pt x="8849965" y="74159"/>
                  <a:pt x="9011990" y="0"/>
                </a:cubicBezTo>
                <a:cubicBezTo>
                  <a:pt x="9174015" y="-74159"/>
                  <a:pt x="9570959" y="35334"/>
                  <a:pt x="9714891" y="0"/>
                </a:cubicBezTo>
                <a:cubicBezTo>
                  <a:pt x="9753097" y="273321"/>
                  <a:pt x="9665662" y="439973"/>
                  <a:pt x="9714891" y="561692"/>
                </a:cubicBezTo>
                <a:cubicBezTo>
                  <a:pt x="9764120" y="683411"/>
                  <a:pt x="9698008" y="846546"/>
                  <a:pt x="9714891" y="1055981"/>
                </a:cubicBezTo>
                <a:cubicBezTo>
                  <a:pt x="9731774" y="1265416"/>
                  <a:pt x="9666752" y="1443144"/>
                  <a:pt x="9714891" y="1662609"/>
                </a:cubicBezTo>
                <a:cubicBezTo>
                  <a:pt x="9763030" y="1882074"/>
                  <a:pt x="9657866" y="2058362"/>
                  <a:pt x="9714891" y="2246769"/>
                </a:cubicBezTo>
                <a:cubicBezTo>
                  <a:pt x="9401386" y="2299637"/>
                  <a:pt x="9261435" y="2222349"/>
                  <a:pt x="9046278" y="2246769"/>
                </a:cubicBezTo>
                <a:cubicBezTo>
                  <a:pt x="8831121" y="2271189"/>
                  <a:pt x="8584316" y="2167843"/>
                  <a:pt x="8280516" y="2246769"/>
                </a:cubicBezTo>
                <a:cubicBezTo>
                  <a:pt x="7976716" y="2325695"/>
                  <a:pt x="8121304" y="2226577"/>
                  <a:pt x="8000498" y="2246769"/>
                </a:cubicBezTo>
                <a:cubicBezTo>
                  <a:pt x="7879692" y="2266961"/>
                  <a:pt x="7522294" y="2221200"/>
                  <a:pt x="7234736" y="2246769"/>
                </a:cubicBezTo>
                <a:cubicBezTo>
                  <a:pt x="6947178" y="2272338"/>
                  <a:pt x="6686834" y="2189853"/>
                  <a:pt x="6468974" y="2246769"/>
                </a:cubicBezTo>
                <a:cubicBezTo>
                  <a:pt x="6251114" y="2303685"/>
                  <a:pt x="6061926" y="2180775"/>
                  <a:pt x="5897510" y="2246769"/>
                </a:cubicBezTo>
                <a:cubicBezTo>
                  <a:pt x="5733094" y="2312763"/>
                  <a:pt x="5633733" y="2243265"/>
                  <a:pt x="5520344" y="2246769"/>
                </a:cubicBezTo>
                <a:cubicBezTo>
                  <a:pt x="5406955" y="2250273"/>
                  <a:pt x="5242975" y="2240439"/>
                  <a:pt x="5046029" y="2246769"/>
                </a:cubicBezTo>
                <a:cubicBezTo>
                  <a:pt x="4849084" y="2253099"/>
                  <a:pt x="4548480" y="2211387"/>
                  <a:pt x="4377416" y="2246769"/>
                </a:cubicBezTo>
                <a:cubicBezTo>
                  <a:pt x="4206352" y="2282151"/>
                  <a:pt x="4102849" y="2208448"/>
                  <a:pt x="4000249" y="2246769"/>
                </a:cubicBezTo>
                <a:cubicBezTo>
                  <a:pt x="3897649" y="2285090"/>
                  <a:pt x="3743905" y="2228480"/>
                  <a:pt x="3623083" y="2246769"/>
                </a:cubicBezTo>
                <a:cubicBezTo>
                  <a:pt x="3502261" y="2265058"/>
                  <a:pt x="3143079" y="2209708"/>
                  <a:pt x="2857321" y="2246769"/>
                </a:cubicBezTo>
                <a:cubicBezTo>
                  <a:pt x="2571563" y="2283830"/>
                  <a:pt x="2373950" y="2217636"/>
                  <a:pt x="2188708" y="2246769"/>
                </a:cubicBezTo>
                <a:cubicBezTo>
                  <a:pt x="2003466" y="2275902"/>
                  <a:pt x="1720054" y="2235947"/>
                  <a:pt x="1422946" y="2246769"/>
                </a:cubicBezTo>
                <a:cubicBezTo>
                  <a:pt x="1125838" y="2257591"/>
                  <a:pt x="1096149" y="2198706"/>
                  <a:pt x="948631" y="2246769"/>
                </a:cubicBezTo>
                <a:cubicBezTo>
                  <a:pt x="801113" y="2294832"/>
                  <a:pt x="397624" y="2199745"/>
                  <a:pt x="0" y="2246769"/>
                </a:cubicBezTo>
                <a:cubicBezTo>
                  <a:pt x="-17304" y="2061633"/>
                  <a:pt x="41603" y="1903745"/>
                  <a:pt x="0" y="1707544"/>
                </a:cubicBezTo>
                <a:cubicBezTo>
                  <a:pt x="-41603" y="1511344"/>
                  <a:pt x="17855" y="1459864"/>
                  <a:pt x="0" y="1213255"/>
                </a:cubicBezTo>
                <a:cubicBezTo>
                  <a:pt x="-17855" y="966646"/>
                  <a:pt x="42683" y="760679"/>
                  <a:pt x="0" y="606628"/>
                </a:cubicBezTo>
                <a:cubicBezTo>
                  <a:pt x="-42683" y="452577"/>
                  <a:pt x="45322" y="223192"/>
                  <a:pt x="0" y="0"/>
                </a:cubicBezTo>
                <a:close/>
              </a:path>
            </a:pathLst>
          </a:custGeom>
          <a:noFill/>
          <a:ln cap="flat" cmpd="sng" w="38100">
            <a:solidFill>
              <a:srgbClr val="7030A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Now Open </a:t>
            </a:r>
            <a:r>
              <a:rPr b="1" i="1" lang="en-US" sz="2800" u="none" cap="none" strike="noStrike">
                <a:solidFill>
                  <a:srgbClr val="0432FF"/>
                </a:solidFill>
                <a:latin typeface="Calibri"/>
                <a:ea typeface="Calibri"/>
                <a:cs typeface="Calibri"/>
                <a:sym typeface="Calibri"/>
              </a:rPr>
              <a:t>EE400_TinyML_Lab6_(Magic_Dataset_Training).ipynb</a:t>
            </a:r>
            <a:r>
              <a:rPr b="0" i="0" lang="en-US" sz="2800" u="none" cap="none" strike="noStrike">
                <a:solidFill>
                  <a:schemeClr val="dk1"/>
                </a:solidFill>
                <a:latin typeface="Calibri"/>
                <a:ea typeface="Calibri"/>
                <a:cs typeface="Calibri"/>
                <a:sym typeface="Calibri"/>
              </a:rPr>
              <a:t> in Colab (in Canvas 🡪 Files 🡪 Labs 🡪 Lab6)</a:t>
            </a:r>
            <a:endParaRPr/>
          </a:p>
          <a:p>
            <a:pPr indent="-336550" lvl="0" marL="514350" marR="0" rtl="0" algn="ctr">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Let’s train our magic wand!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ph type="title"/>
          </p:nvPr>
        </p:nvSpPr>
        <p:spPr>
          <a:xfrm>
            <a:off x="196931" y="0"/>
            <a:ext cx="1155963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Font typeface="Calibri"/>
              <a:buNone/>
            </a:pPr>
            <a:r>
              <a:rPr b="1" lang="en-US" sz="2600"/>
              <a:t>Step 1</a:t>
            </a:r>
            <a:r>
              <a:rPr lang="en-US" sz="2600"/>
              <a:t>: Go to </a:t>
            </a:r>
            <a:r>
              <a:rPr lang="en-US" sz="2600" u="sng">
                <a:solidFill>
                  <a:srgbClr val="0432FF"/>
                </a:solidFill>
                <a:hlinkClick r:id="rId3">
                  <a:extLst>
                    <a:ext uri="{A12FA001-AC4F-418D-AE19-62706E023703}">
                      <ahyp:hlinkClr val="tx"/>
                    </a:ext>
                  </a:extLst>
                </a:hlinkClick>
              </a:rPr>
              <a:t>https://colab.research.google.com/</a:t>
            </a:r>
            <a:br>
              <a:rPr lang="en-US" sz="2600">
                <a:solidFill>
                  <a:srgbClr val="0432FF"/>
                </a:solidFill>
              </a:rPr>
            </a:br>
            <a:r>
              <a:rPr b="1" lang="en-US" sz="2600"/>
              <a:t>Step 2</a:t>
            </a:r>
            <a:r>
              <a:rPr lang="en-US" sz="2600"/>
              <a:t>:</a:t>
            </a:r>
            <a:r>
              <a:rPr lang="en-US" sz="2600">
                <a:solidFill>
                  <a:srgbClr val="0432FF"/>
                </a:solidFill>
              </a:rPr>
              <a:t> </a:t>
            </a:r>
            <a:r>
              <a:rPr lang="en-US" sz="2600"/>
              <a:t>Click on </a:t>
            </a:r>
            <a:r>
              <a:rPr lang="en-US" sz="2600">
                <a:solidFill>
                  <a:srgbClr val="FF0000"/>
                </a:solidFill>
              </a:rPr>
              <a:t>Upload. </a:t>
            </a:r>
            <a:br>
              <a:rPr lang="en-US" sz="2600">
                <a:solidFill>
                  <a:srgbClr val="FF0000"/>
                </a:solidFill>
              </a:rPr>
            </a:br>
            <a:r>
              <a:rPr lang="en-US" sz="2600"/>
              <a:t>Then</a:t>
            </a:r>
            <a:r>
              <a:rPr lang="en-US" sz="2600">
                <a:solidFill>
                  <a:srgbClr val="FF0000"/>
                </a:solidFill>
              </a:rPr>
              <a:t> </a:t>
            </a:r>
            <a:r>
              <a:rPr lang="en-US" sz="2600"/>
              <a:t>drag and drop “</a:t>
            </a:r>
            <a:r>
              <a:rPr lang="en-US" sz="2600">
                <a:solidFill>
                  <a:srgbClr val="7030A0"/>
                </a:solidFill>
              </a:rPr>
              <a:t>EE400_TinyML_Lab6_(Magic_Dataset_Training).ipynb</a:t>
            </a:r>
            <a:r>
              <a:rPr lang="en-US" sz="2600"/>
              <a:t>”</a:t>
            </a:r>
            <a:endParaRPr/>
          </a:p>
        </p:txBody>
      </p:sp>
      <p:pic>
        <p:nvPicPr>
          <p:cNvPr descr="A screenshot of a computer&#10;&#10;Description automatically generated" id="174" name="Google Shape;174;p7"/>
          <p:cNvPicPr preferRelativeResize="0"/>
          <p:nvPr/>
        </p:nvPicPr>
        <p:blipFill rotWithShape="1">
          <a:blip r:embed="rId4">
            <a:alphaModFix/>
          </a:blip>
          <a:srcRect b="0" l="0" r="0" t="0"/>
          <a:stretch/>
        </p:blipFill>
        <p:spPr>
          <a:xfrm>
            <a:off x="375061" y="2228119"/>
            <a:ext cx="7772400" cy="4284000"/>
          </a:xfrm>
          <a:prstGeom prst="rect">
            <a:avLst/>
          </a:prstGeom>
          <a:noFill/>
          <a:ln>
            <a:noFill/>
          </a:ln>
        </p:spPr>
      </p:pic>
      <p:sp>
        <p:nvSpPr>
          <p:cNvPr id="175" name="Google Shape;175;p7"/>
          <p:cNvSpPr/>
          <p:nvPr/>
        </p:nvSpPr>
        <p:spPr>
          <a:xfrm>
            <a:off x="2256312" y="4203865"/>
            <a:ext cx="902524" cy="332509"/>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7"/>
          <p:cNvSpPr/>
          <p:nvPr/>
        </p:nvSpPr>
        <p:spPr>
          <a:xfrm rot="1363460">
            <a:off x="3935713" y="891458"/>
            <a:ext cx="1383410" cy="4300158"/>
          </a:xfrm>
          <a:prstGeom prst="curvedRightArrow">
            <a:avLst>
              <a:gd fmla="val 25000" name="adj1"/>
              <a:gd fmla="val 50000" name="adj2"/>
              <a:gd fmla="val 24007" name="adj3"/>
            </a:avLst>
          </a:prstGeom>
          <a:solidFill>
            <a:schemeClr val="accent5"/>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txBox="1"/>
          <p:nvPr>
            <p:ph type="title"/>
          </p:nvPr>
        </p:nvSpPr>
        <p:spPr>
          <a:xfrm>
            <a:off x="196931" y="0"/>
            <a:ext cx="1155963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Font typeface="Calibri"/>
              <a:buNone/>
            </a:pPr>
            <a:r>
              <a:rPr b="1" lang="en-US" sz="2600"/>
              <a:t>Step 3</a:t>
            </a:r>
            <a:r>
              <a:rPr lang="en-US" sz="2600"/>
              <a:t>:</a:t>
            </a:r>
            <a:r>
              <a:rPr lang="en-US" sz="2600">
                <a:solidFill>
                  <a:srgbClr val="0432FF"/>
                </a:solidFill>
              </a:rPr>
              <a:t> </a:t>
            </a:r>
            <a:r>
              <a:rPr lang="en-US" sz="2600"/>
              <a:t>Click on the </a:t>
            </a:r>
            <a:r>
              <a:rPr lang="en-US" sz="2600">
                <a:solidFill>
                  <a:srgbClr val="FF0000"/>
                </a:solidFill>
              </a:rPr>
              <a:t>Folder Icon. </a:t>
            </a:r>
            <a:br>
              <a:rPr lang="en-US" sz="2600">
                <a:solidFill>
                  <a:srgbClr val="FF0000"/>
                </a:solidFill>
              </a:rPr>
            </a:br>
            <a:r>
              <a:rPr lang="en-US" sz="2600"/>
              <a:t>Then</a:t>
            </a:r>
            <a:r>
              <a:rPr lang="en-US" sz="2600">
                <a:solidFill>
                  <a:srgbClr val="FF0000"/>
                </a:solidFill>
              </a:rPr>
              <a:t> </a:t>
            </a:r>
            <a:r>
              <a:rPr lang="en-US" sz="2600"/>
              <a:t>drag and drop “</a:t>
            </a:r>
            <a:r>
              <a:rPr lang="en-US" sz="2600">
                <a:solidFill>
                  <a:srgbClr val="7030A0"/>
                </a:solidFill>
              </a:rPr>
              <a:t>magic_wand_digit_data.zip</a:t>
            </a:r>
            <a:r>
              <a:rPr lang="en-US" sz="2600"/>
              <a:t>”</a:t>
            </a:r>
            <a:br>
              <a:rPr lang="en-US" sz="2600"/>
            </a:br>
            <a:r>
              <a:rPr b="1" lang="en-US" sz="2600"/>
              <a:t>Step 4:</a:t>
            </a:r>
            <a:r>
              <a:rPr lang="en-US" sz="2600"/>
              <a:t> Run All the Cells in the Notebook </a:t>
            </a:r>
            <a:endParaRPr/>
          </a:p>
        </p:txBody>
      </p:sp>
      <p:grpSp>
        <p:nvGrpSpPr>
          <p:cNvPr id="182" name="Google Shape;182;p8"/>
          <p:cNvGrpSpPr/>
          <p:nvPr/>
        </p:nvGrpSpPr>
        <p:grpSpPr>
          <a:xfrm>
            <a:off x="1349976" y="2411975"/>
            <a:ext cx="7776642" cy="4291475"/>
            <a:chOff x="192689" y="1283262"/>
            <a:chExt cx="7776642" cy="4291475"/>
          </a:xfrm>
        </p:grpSpPr>
        <p:pic>
          <p:nvPicPr>
            <p:cNvPr descr="A screenshot of a computer program&#10;&#10;Description automatically generated" id="183" name="Google Shape;183;p8"/>
            <p:cNvPicPr preferRelativeResize="0"/>
            <p:nvPr/>
          </p:nvPicPr>
          <p:blipFill rotWithShape="1">
            <a:blip r:embed="rId3">
              <a:alphaModFix/>
            </a:blip>
            <a:srcRect b="0" l="0" r="0" t="0"/>
            <a:stretch/>
          </p:blipFill>
          <p:spPr>
            <a:xfrm>
              <a:off x="196931" y="1283262"/>
              <a:ext cx="7772400" cy="4291475"/>
            </a:xfrm>
            <a:prstGeom prst="rect">
              <a:avLst/>
            </a:prstGeom>
            <a:noFill/>
            <a:ln>
              <a:noFill/>
            </a:ln>
          </p:spPr>
        </p:pic>
        <p:sp>
          <p:nvSpPr>
            <p:cNvPr id="184" name="Google Shape;184;p8"/>
            <p:cNvSpPr/>
            <p:nvPr/>
          </p:nvSpPr>
          <p:spPr>
            <a:xfrm>
              <a:off x="192689" y="2601775"/>
              <a:ext cx="264511" cy="327164"/>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85" name="Google Shape;185;p8"/>
          <p:cNvSpPr/>
          <p:nvPr/>
        </p:nvSpPr>
        <p:spPr>
          <a:xfrm rot="1630684">
            <a:off x="2036516" y="1176257"/>
            <a:ext cx="1139414" cy="3834161"/>
          </a:xfrm>
          <a:prstGeom prst="curvedRightArrow">
            <a:avLst>
              <a:gd fmla="val 25000" name="adj1"/>
              <a:gd fmla="val 50000" name="adj2"/>
              <a:gd fmla="val 24007" name="adj3"/>
            </a:avLst>
          </a:prstGeom>
          <a:solidFill>
            <a:schemeClr val="accent5"/>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 black and white text&#10;&#10;Description automatically generated" id="186" name="Google Shape;186;p8"/>
          <p:cNvPicPr preferRelativeResize="0"/>
          <p:nvPr/>
        </p:nvPicPr>
        <p:blipFill rotWithShape="1">
          <a:blip r:embed="rId4">
            <a:alphaModFix/>
          </a:blip>
          <a:srcRect b="0" l="0" r="0" t="0"/>
          <a:stretch/>
        </p:blipFill>
        <p:spPr>
          <a:xfrm>
            <a:off x="3852942" y="1531276"/>
            <a:ext cx="3700013" cy="490818"/>
          </a:xfrm>
          <a:custGeom>
            <a:rect b="b" l="l" r="r" t="t"/>
            <a:pathLst>
              <a:path extrusionOk="0" fill="none" h="490818" w="3700013">
                <a:moveTo>
                  <a:pt x="0" y="0"/>
                </a:moveTo>
                <a:cubicBezTo>
                  <a:pt x="166392" y="-31138"/>
                  <a:pt x="366951" y="39294"/>
                  <a:pt x="491573" y="0"/>
                </a:cubicBezTo>
                <a:cubicBezTo>
                  <a:pt x="616195" y="-39294"/>
                  <a:pt x="720973" y="45462"/>
                  <a:pt x="909146" y="0"/>
                </a:cubicBezTo>
                <a:cubicBezTo>
                  <a:pt x="1097319" y="-45462"/>
                  <a:pt x="1215325" y="23560"/>
                  <a:pt x="1363719" y="0"/>
                </a:cubicBezTo>
                <a:cubicBezTo>
                  <a:pt x="1512113" y="-23560"/>
                  <a:pt x="1746739" y="34645"/>
                  <a:pt x="1929292" y="0"/>
                </a:cubicBezTo>
                <a:cubicBezTo>
                  <a:pt x="2111845" y="-34645"/>
                  <a:pt x="2206181" y="42824"/>
                  <a:pt x="2420866" y="0"/>
                </a:cubicBezTo>
                <a:cubicBezTo>
                  <a:pt x="2635551" y="-42824"/>
                  <a:pt x="2666953" y="46264"/>
                  <a:pt x="2875439" y="0"/>
                </a:cubicBezTo>
                <a:cubicBezTo>
                  <a:pt x="3083925" y="-46264"/>
                  <a:pt x="3516121" y="82505"/>
                  <a:pt x="3700013" y="0"/>
                </a:cubicBezTo>
                <a:cubicBezTo>
                  <a:pt x="3714256" y="127192"/>
                  <a:pt x="3655245" y="246767"/>
                  <a:pt x="3700013" y="490818"/>
                </a:cubicBezTo>
                <a:cubicBezTo>
                  <a:pt x="3458280" y="528905"/>
                  <a:pt x="3382543" y="458369"/>
                  <a:pt x="3171440" y="490818"/>
                </a:cubicBezTo>
                <a:cubicBezTo>
                  <a:pt x="2960337" y="523267"/>
                  <a:pt x="2857895" y="464991"/>
                  <a:pt x="2716867" y="490818"/>
                </a:cubicBezTo>
                <a:cubicBezTo>
                  <a:pt x="2575839" y="516645"/>
                  <a:pt x="2239667" y="454729"/>
                  <a:pt x="2114293" y="490818"/>
                </a:cubicBezTo>
                <a:cubicBezTo>
                  <a:pt x="1988919" y="526907"/>
                  <a:pt x="1788662" y="437228"/>
                  <a:pt x="1622720" y="490818"/>
                </a:cubicBezTo>
                <a:cubicBezTo>
                  <a:pt x="1456778" y="544408"/>
                  <a:pt x="1310626" y="444929"/>
                  <a:pt x="1205147" y="490818"/>
                </a:cubicBezTo>
                <a:cubicBezTo>
                  <a:pt x="1099668" y="536707"/>
                  <a:pt x="814491" y="453487"/>
                  <a:pt x="639574" y="490818"/>
                </a:cubicBezTo>
                <a:cubicBezTo>
                  <a:pt x="464657" y="528149"/>
                  <a:pt x="191456" y="468779"/>
                  <a:pt x="0" y="490818"/>
                </a:cubicBezTo>
                <a:cubicBezTo>
                  <a:pt x="-31849" y="307728"/>
                  <a:pt x="28887" y="116514"/>
                  <a:pt x="0" y="0"/>
                </a:cubicBezTo>
                <a:close/>
              </a:path>
              <a:path extrusionOk="0" h="490818" w="3700013">
                <a:moveTo>
                  <a:pt x="0" y="0"/>
                </a:moveTo>
                <a:cubicBezTo>
                  <a:pt x="226226" y="-38015"/>
                  <a:pt x="371667" y="50656"/>
                  <a:pt x="491573" y="0"/>
                </a:cubicBezTo>
                <a:cubicBezTo>
                  <a:pt x="611479" y="-50656"/>
                  <a:pt x="716035" y="7513"/>
                  <a:pt x="909146" y="0"/>
                </a:cubicBezTo>
                <a:cubicBezTo>
                  <a:pt x="1102257" y="-7513"/>
                  <a:pt x="1319149" y="58505"/>
                  <a:pt x="1511720" y="0"/>
                </a:cubicBezTo>
                <a:cubicBezTo>
                  <a:pt x="1704291" y="-58505"/>
                  <a:pt x="1791826" y="12847"/>
                  <a:pt x="2003293" y="0"/>
                </a:cubicBezTo>
                <a:cubicBezTo>
                  <a:pt x="2214760" y="-12847"/>
                  <a:pt x="2376767" y="28972"/>
                  <a:pt x="2494866" y="0"/>
                </a:cubicBezTo>
                <a:cubicBezTo>
                  <a:pt x="2612965" y="-28972"/>
                  <a:pt x="2961350" y="62734"/>
                  <a:pt x="3097439" y="0"/>
                </a:cubicBezTo>
                <a:cubicBezTo>
                  <a:pt x="3233528" y="-62734"/>
                  <a:pt x="3463886" y="41751"/>
                  <a:pt x="3700013" y="0"/>
                </a:cubicBezTo>
                <a:cubicBezTo>
                  <a:pt x="3704317" y="127779"/>
                  <a:pt x="3644872" y="388629"/>
                  <a:pt x="3700013" y="490818"/>
                </a:cubicBezTo>
                <a:cubicBezTo>
                  <a:pt x="3594920" y="501686"/>
                  <a:pt x="3344595" y="439145"/>
                  <a:pt x="3245440" y="490818"/>
                </a:cubicBezTo>
                <a:cubicBezTo>
                  <a:pt x="3146285" y="542491"/>
                  <a:pt x="2949141" y="451492"/>
                  <a:pt x="2716867" y="490818"/>
                </a:cubicBezTo>
                <a:cubicBezTo>
                  <a:pt x="2484593" y="530144"/>
                  <a:pt x="2340779" y="427624"/>
                  <a:pt x="2188293" y="490818"/>
                </a:cubicBezTo>
                <a:cubicBezTo>
                  <a:pt x="2035807" y="554012"/>
                  <a:pt x="1818034" y="489141"/>
                  <a:pt x="1696720" y="490818"/>
                </a:cubicBezTo>
                <a:cubicBezTo>
                  <a:pt x="1575406" y="492495"/>
                  <a:pt x="1281241" y="445660"/>
                  <a:pt x="1094147" y="490818"/>
                </a:cubicBezTo>
                <a:cubicBezTo>
                  <a:pt x="907053" y="535976"/>
                  <a:pt x="626035" y="479297"/>
                  <a:pt x="491573" y="490818"/>
                </a:cubicBezTo>
                <a:cubicBezTo>
                  <a:pt x="357111" y="502339"/>
                  <a:pt x="113649" y="434074"/>
                  <a:pt x="0" y="490818"/>
                </a:cubicBezTo>
                <a:cubicBezTo>
                  <a:pt x="-57212" y="259165"/>
                  <a:pt x="39373" y="144651"/>
                  <a:pt x="0" y="0"/>
                </a:cubicBezTo>
                <a:close/>
              </a:path>
            </a:pathLst>
          </a:custGeom>
          <a:noFill/>
          <a:ln cap="flat" cmpd="sng" w="38100">
            <a:solidFill>
              <a:srgbClr val="7030A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3" name="Google Shape;193;p9"/>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006E"/>
              </a:buClr>
              <a:buSzPts val="4100"/>
              <a:buFont typeface="Calibri"/>
              <a:buNone/>
            </a:pPr>
            <a:r>
              <a:rPr b="0" lang="en-US"/>
              <a:t>Lab 6 - Hardware - Road Map </a:t>
            </a:r>
            <a:endParaRPr/>
          </a:p>
        </p:txBody>
      </p:sp>
      <p:pic>
        <p:nvPicPr>
          <p:cNvPr descr="A close-up of a roulette wheel&#10;&#10;Description automatically generated with medium confidence" id="194" name="Google Shape;194;p9"/>
          <p:cNvPicPr preferRelativeResize="0"/>
          <p:nvPr/>
        </p:nvPicPr>
        <p:blipFill rotWithShape="1">
          <a:blip r:embed="rId3">
            <a:alphaModFix/>
          </a:blip>
          <a:srcRect b="0" l="0" r="0" t="0"/>
          <a:stretch/>
        </p:blipFill>
        <p:spPr>
          <a:xfrm>
            <a:off x="6649638" y="596348"/>
            <a:ext cx="5483639" cy="6165483"/>
          </a:xfrm>
          <a:prstGeom prst="rect">
            <a:avLst/>
          </a:prstGeom>
          <a:noFill/>
          <a:ln>
            <a:noFill/>
          </a:ln>
        </p:spPr>
      </p:pic>
      <p:sp>
        <p:nvSpPr>
          <p:cNvPr id="195" name="Google Shape;195;p9"/>
          <p:cNvSpPr txBox="1"/>
          <p:nvPr/>
        </p:nvSpPr>
        <p:spPr>
          <a:xfrm>
            <a:off x="363639" y="1245295"/>
            <a:ext cx="6200448" cy="440120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Connect Arduino Boards to your computer</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2. Open magic wand example</a:t>
            </a:r>
            <a:endParaRPr/>
          </a:p>
          <a:p>
            <a:pPr indent="-165100" lvl="0" marL="342900" marR="0" rtl="0" algn="l">
              <a:spcBef>
                <a:spcPts val="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3. Update the model in the example and deploy the model</a:t>
            </a:r>
            <a:endParaRPr/>
          </a:p>
          <a:p>
            <a:pPr indent="-165100" lvl="0" marL="342900" marR="0" rtl="0" algn="l">
              <a:spcBef>
                <a:spcPts val="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4. Open Serial Monitor and test the model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0"/>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Deploy the Model  </a:t>
            </a:r>
            <a:endParaRPr/>
          </a:p>
        </p:txBody>
      </p:sp>
      <p:sp>
        <p:nvSpPr>
          <p:cNvPr id="203" name="Google Shape;203;p10"/>
          <p:cNvSpPr txBox="1"/>
          <p:nvPr/>
        </p:nvSpPr>
        <p:spPr>
          <a:xfrm>
            <a:off x="355383" y="1143398"/>
            <a:ext cx="11041959"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 Use a USB cable to connect the Arduino Nano 33 BLE Sense to your machine. You should see the green LED power indicator come on when the board first receives power.</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2. Open the magic_wand.ino sketch, which you can find in the Slack channel.</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3. You’ll then need to make two changes to the magic_wand.ino file to alert it of</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your number of gestures and gesture labels. These changes occur on lines</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55-59, which currently read as:</a:t>
            </a:r>
            <a:endParaRPr sz="2400">
              <a:solidFill>
                <a:schemeClr val="dk1"/>
              </a:solidFill>
              <a:latin typeface="Calibri"/>
              <a:ea typeface="Calibri"/>
              <a:cs typeface="Calibri"/>
              <a:sym typeface="Calibri"/>
            </a:endParaRPr>
          </a:p>
        </p:txBody>
      </p:sp>
      <p:pic>
        <p:nvPicPr>
          <p:cNvPr id="204" name="Google Shape;204;p10"/>
          <p:cNvPicPr preferRelativeResize="0"/>
          <p:nvPr/>
        </p:nvPicPr>
        <p:blipFill rotWithShape="1">
          <a:blip r:embed="rId3">
            <a:alphaModFix/>
          </a:blip>
          <a:srcRect b="0" l="0" r="0" t="0"/>
          <a:stretch/>
        </p:blipFill>
        <p:spPr>
          <a:xfrm>
            <a:off x="3241222" y="4128831"/>
            <a:ext cx="5042807" cy="21205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1" name="Google Shape;211;p11"/>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Deploy the Model  </a:t>
            </a:r>
            <a:endParaRPr/>
          </a:p>
        </p:txBody>
      </p:sp>
      <p:sp>
        <p:nvSpPr>
          <p:cNvPr id="212" name="Google Shape;212;p11"/>
          <p:cNvSpPr txBox="1"/>
          <p:nvPr/>
        </p:nvSpPr>
        <p:spPr>
          <a:xfrm>
            <a:off x="575020" y="3013729"/>
            <a:ext cx="11041959" cy="16466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 Update the label_count to reflect the number of gestures in your dataset.</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b. Update the list of labels to reflect the gestures in your dataset. Note: the order matters! Make sure it matches the alphanumeric order as printed out in the training script!</a:t>
            </a:r>
            <a:endParaRPr sz="2400">
              <a:solidFill>
                <a:schemeClr val="dk1"/>
              </a:solidFill>
              <a:latin typeface="Calibri"/>
              <a:ea typeface="Calibri"/>
              <a:cs typeface="Calibri"/>
              <a:sym typeface="Calibri"/>
            </a:endParaRPr>
          </a:p>
        </p:txBody>
      </p:sp>
      <p:pic>
        <p:nvPicPr>
          <p:cNvPr id="213" name="Google Shape;213;p11"/>
          <p:cNvPicPr preferRelativeResize="0"/>
          <p:nvPr/>
        </p:nvPicPr>
        <p:blipFill rotWithShape="1">
          <a:blip r:embed="rId3">
            <a:alphaModFix/>
          </a:blip>
          <a:srcRect b="0" l="0" r="0" t="0"/>
          <a:stretch/>
        </p:blipFill>
        <p:spPr>
          <a:xfrm>
            <a:off x="3441699" y="1305674"/>
            <a:ext cx="5308600" cy="1308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12"/>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Deploy the Model  </a:t>
            </a:r>
            <a:endParaRPr/>
          </a:p>
        </p:txBody>
      </p:sp>
      <p:sp>
        <p:nvSpPr>
          <p:cNvPr id="221" name="Google Shape;221;p12"/>
          <p:cNvSpPr txBox="1"/>
          <p:nvPr/>
        </p:nvSpPr>
        <p:spPr>
          <a:xfrm>
            <a:off x="355384" y="1228471"/>
            <a:ext cx="11041959" cy="40164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 You'll also need to update the model data as we've done with the previous examples. The model data can be found in the magic_wand_model_data.cpp file. As we've done in the past, make sure to only update the binary values and leave the cpp syntax constant.</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5. When you save, just like with the KWS examples, you will be asked to save a copy. Again, we suggest that you make a folder called e.g., TinyML inside of your Arduino folder. You can find your main Arduino folder either inside of your Documents folder or in your Home folder, and save it in that folder with a descriptive name like magic_wand_custom. That said, you can save it wherever you like with whatever name you want!</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3"/>
          <p:cNvSpPr txBox="1"/>
          <p:nvPr>
            <p:ph idx="12" type="sldNum"/>
          </p:nvPr>
        </p:nvSpPr>
        <p:spPr>
          <a:xfrm>
            <a:off x="11619444" y="6396706"/>
            <a:ext cx="51383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8" name="Google Shape;228;p13"/>
          <p:cNvSpPr txBox="1"/>
          <p:nvPr>
            <p:ph type="title"/>
          </p:nvPr>
        </p:nvSpPr>
        <p:spPr>
          <a:xfrm>
            <a:off x="355384" y="35350"/>
            <a:ext cx="12133277" cy="8703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7030A0"/>
              </a:buClr>
              <a:buSzPts val="4100"/>
              <a:buFont typeface="Calibri"/>
              <a:buNone/>
            </a:pPr>
            <a:r>
              <a:rPr lang="en-US">
                <a:solidFill>
                  <a:srgbClr val="7030A0"/>
                </a:solidFill>
              </a:rPr>
              <a:t>Deploy the Model  </a:t>
            </a:r>
            <a:endParaRPr/>
          </a:p>
        </p:txBody>
      </p:sp>
      <p:sp>
        <p:nvSpPr>
          <p:cNvPr id="229" name="Google Shape;229;p13"/>
          <p:cNvSpPr txBox="1"/>
          <p:nvPr/>
        </p:nvSpPr>
        <p:spPr>
          <a:xfrm>
            <a:off x="355384" y="1228471"/>
            <a:ext cx="11041959" cy="40164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6. As always, use the Tools drop-down menu to select the appropriate Port and</a:t>
            </a:r>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Board, and use the rightward arrow to upload / flash the code.</a:t>
            </a:r>
            <a:endParaRPr/>
          </a:p>
          <a:p>
            <a:pPr indent="0" lvl="0" marL="0" marR="0" rtl="0" algn="l">
              <a:spcBef>
                <a:spcPts val="60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600"/>
              </a:spcBef>
              <a:spcAft>
                <a:spcPts val="0"/>
              </a:spcAft>
              <a:buNone/>
            </a:pPr>
            <a:r>
              <a:rPr lang="en-US" sz="2400">
                <a:solidFill>
                  <a:schemeClr val="dk1"/>
                </a:solidFill>
                <a:latin typeface="Calibri"/>
                <a:ea typeface="Calibri"/>
                <a:cs typeface="Calibri"/>
                <a:sym typeface="Calibri"/>
              </a:rPr>
              <a:t>7. Now, open the serial monitor and test out your custom model. As a reminder, the serial monitor will output first ASCII art showing the gesture you just performed and below it will be the best match label as well as a confidence score between -128 and 127. The confidence score indicates how strongly the model believes you performed the gesture. Do note that every time you move the board and then stop, a new gesture will be processed, so don’t be surprised to get some odd results as you move the board to prepare for a gesture.</a:t>
            </a:r>
            <a:endParaRPr sz="2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006E"/>
              </a:buClr>
              <a:buSzPts val="4100"/>
              <a:buFont typeface="Calibri"/>
              <a:buNone/>
            </a:pPr>
            <a:r>
              <a:rPr lang="en-US"/>
              <a:t>What you Should Submit</a:t>
            </a:r>
            <a:endParaRPr/>
          </a:p>
        </p:txBody>
      </p:sp>
      <p:pic>
        <p:nvPicPr>
          <p:cNvPr descr="A screenshot of a computer program&#10;&#10;Description automatically generated" id="235" name="Google Shape;235;p14"/>
          <p:cNvPicPr preferRelativeResize="0"/>
          <p:nvPr/>
        </p:nvPicPr>
        <p:blipFill rotWithShape="1">
          <a:blip r:embed="rId3">
            <a:alphaModFix/>
          </a:blip>
          <a:srcRect b="0" l="0" r="0" t="0"/>
          <a:stretch/>
        </p:blipFill>
        <p:spPr>
          <a:xfrm>
            <a:off x="0" y="1507582"/>
            <a:ext cx="12192000" cy="432086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5"/>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006E"/>
              </a:buClr>
              <a:buSzPts val="4100"/>
              <a:buFont typeface="Calibri"/>
              <a:buNone/>
            </a:pPr>
            <a:r>
              <a:rPr lang="en-US"/>
              <a:t>What you Should Submit</a:t>
            </a:r>
            <a:endParaRPr/>
          </a:p>
        </p:txBody>
      </p:sp>
      <p:pic>
        <p:nvPicPr>
          <p:cNvPr descr="A screenshot of a computer program&#10;&#10;Description automatically generated" id="241" name="Google Shape;241;p15"/>
          <p:cNvPicPr preferRelativeResize="0"/>
          <p:nvPr/>
        </p:nvPicPr>
        <p:blipFill rotWithShape="1">
          <a:blip r:embed="rId3">
            <a:alphaModFix/>
          </a:blip>
          <a:srcRect b="0" l="0" r="0" t="0"/>
          <a:stretch/>
        </p:blipFill>
        <p:spPr>
          <a:xfrm>
            <a:off x="0" y="1342027"/>
            <a:ext cx="12192000" cy="455395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type="title"/>
          </p:nvPr>
        </p:nvSpPr>
        <p:spPr>
          <a:xfrm>
            <a:off x="363638" y="48740"/>
            <a:ext cx="10515600" cy="8703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006E"/>
              </a:buClr>
              <a:buSzPts val="4100"/>
              <a:buFont typeface="Calibri"/>
              <a:buNone/>
            </a:pPr>
            <a:r>
              <a:rPr lang="en-US"/>
              <a:t>What you Should Submit</a:t>
            </a:r>
            <a:endParaRPr/>
          </a:p>
        </p:txBody>
      </p:sp>
      <p:pic>
        <p:nvPicPr>
          <p:cNvPr descr="A screenshot of a questionnaire&#10;&#10;Description automatically generated" id="247" name="Google Shape;247;p16"/>
          <p:cNvPicPr preferRelativeResize="0"/>
          <p:nvPr/>
        </p:nvPicPr>
        <p:blipFill rotWithShape="1">
          <a:blip r:embed="rId3">
            <a:alphaModFix/>
          </a:blip>
          <a:srcRect b="0" l="0" r="0" t="0"/>
          <a:stretch/>
        </p:blipFill>
        <p:spPr>
          <a:xfrm>
            <a:off x="0" y="1591293"/>
            <a:ext cx="12071423" cy="3853462"/>
          </a:xfrm>
          <a:prstGeom prst="rect">
            <a:avLst/>
          </a:prstGeom>
          <a:noFill/>
          <a:ln>
            <a:noFill/>
          </a:ln>
        </p:spPr>
      </p:pic>
      <p:sp>
        <p:nvSpPr>
          <p:cNvPr id="248" name="Google Shape;248;p16"/>
          <p:cNvSpPr/>
          <p:nvPr/>
        </p:nvSpPr>
        <p:spPr>
          <a:xfrm>
            <a:off x="363638" y="4227616"/>
            <a:ext cx="11404809" cy="1217139"/>
          </a:xfrm>
          <a:custGeom>
            <a:rect b="b" l="l" r="r" t="t"/>
            <a:pathLst>
              <a:path extrusionOk="0" h="1217139" w="11404809">
                <a:moveTo>
                  <a:pt x="0" y="0"/>
                </a:moveTo>
                <a:cubicBezTo>
                  <a:pt x="100027" y="-14039"/>
                  <a:pt x="358022" y="11570"/>
                  <a:pt x="456192" y="0"/>
                </a:cubicBezTo>
                <a:cubicBezTo>
                  <a:pt x="554362" y="-11570"/>
                  <a:pt x="615856" y="18030"/>
                  <a:pt x="684289" y="0"/>
                </a:cubicBezTo>
                <a:cubicBezTo>
                  <a:pt x="752722" y="-18030"/>
                  <a:pt x="1142853" y="84481"/>
                  <a:pt x="1482625" y="0"/>
                </a:cubicBezTo>
                <a:cubicBezTo>
                  <a:pt x="1822397" y="-84481"/>
                  <a:pt x="1743862" y="14897"/>
                  <a:pt x="1938818" y="0"/>
                </a:cubicBezTo>
                <a:cubicBezTo>
                  <a:pt x="2133774" y="-14897"/>
                  <a:pt x="2168702" y="51684"/>
                  <a:pt x="2395010" y="0"/>
                </a:cubicBezTo>
                <a:cubicBezTo>
                  <a:pt x="2621318" y="-51684"/>
                  <a:pt x="2996738" y="85345"/>
                  <a:pt x="3193347" y="0"/>
                </a:cubicBezTo>
                <a:cubicBezTo>
                  <a:pt x="3389956" y="-85345"/>
                  <a:pt x="3366631" y="11311"/>
                  <a:pt x="3535491" y="0"/>
                </a:cubicBezTo>
                <a:cubicBezTo>
                  <a:pt x="3704351" y="-11311"/>
                  <a:pt x="4045927" y="11907"/>
                  <a:pt x="4333827" y="0"/>
                </a:cubicBezTo>
                <a:cubicBezTo>
                  <a:pt x="4621727" y="-11907"/>
                  <a:pt x="4933007" y="9232"/>
                  <a:pt x="5132164" y="0"/>
                </a:cubicBezTo>
                <a:cubicBezTo>
                  <a:pt x="5331321" y="-9232"/>
                  <a:pt x="5519593" y="28186"/>
                  <a:pt x="5702405" y="0"/>
                </a:cubicBezTo>
                <a:cubicBezTo>
                  <a:pt x="5885217" y="-28186"/>
                  <a:pt x="6291575" y="79820"/>
                  <a:pt x="6500741" y="0"/>
                </a:cubicBezTo>
                <a:cubicBezTo>
                  <a:pt x="6709907" y="-79820"/>
                  <a:pt x="6787082" y="46614"/>
                  <a:pt x="6956933" y="0"/>
                </a:cubicBezTo>
                <a:cubicBezTo>
                  <a:pt x="7126784" y="-46614"/>
                  <a:pt x="7216760" y="24497"/>
                  <a:pt x="7413126" y="0"/>
                </a:cubicBezTo>
                <a:cubicBezTo>
                  <a:pt x="7609492" y="-24497"/>
                  <a:pt x="7844791" y="19162"/>
                  <a:pt x="8097414" y="0"/>
                </a:cubicBezTo>
                <a:cubicBezTo>
                  <a:pt x="8350037" y="-19162"/>
                  <a:pt x="8365504" y="20725"/>
                  <a:pt x="8553607" y="0"/>
                </a:cubicBezTo>
                <a:cubicBezTo>
                  <a:pt x="8741710" y="-20725"/>
                  <a:pt x="9186723" y="53709"/>
                  <a:pt x="9351943" y="0"/>
                </a:cubicBezTo>
                <a:cubicBezTo>
                  <a:pt x="9517163" y="-53709"/>
                  <a:pt x="9950905" y="13943"/>
                  <a:pt x="10150280" y="0"/>
                </a:cubicBezTo>
                <a:cubicBezTo>
                  <a:pt x="10349655" y="-13943"/>
                  <a:pt x="10547327" y="38903"/>
                  <a:pt x="10720520" y="0"/>
                </a:cubicBezTo>
                <a:cubicBezTo>
                  <a:pt x="10893713" y="-38903"/>
                  <a:pt x="11200466" y="63706"/>
                  <a:pt x="11404809" y="0"/>
                </a:cubicBezTo>
                <a:cubicBezTo>
                  <a:pt x="11425953" y="111238"/>
                  <a:pt x="11376874" y="235440"/>
                  <a:pt x="11404809" y="369199"/>
                </a:cubicBezTo>
                <a:cubicBezTo>
                  <a:pt x="11432744" y="502958"/>
                  <a:pt x="11394309" y="664383"/>
                  <a:pt x="11404809" y="750569"/>
                </a:cubicBezTo>
                <a:cubicBezTo>
                  <a:pt x="11415309" y="836755"/>
                  <a:pt x="11359717" y="1064678"/>
                  <a:pt x="11404809" y="1217139"/>
                </a:cubicBezTo>
                <a:cubicBezTo>
                  <a:pt x="11280003" y="1218815"/>
                  <a:pt x="11081857" y="1214334"/>
                  <a:pt x="10948617" y="1217139"/>
                </a:cubicBezTo>
                <a:cubicBezTo>
                  <a:pt x="10815377" y="1219944"/>
                  <a:pt x="10515740" y="1180199"/>
                  <a:pt x="10378376" y="1217139"/>
                </a:cubicBezTo>
                <a:cubicBezTo>
                  <a:pt x="10241012" y="1254079"/>
                  <a:pt x="10206228" y="1213584"/>
                  <a:pt x="10150280" y="1217139"/>
                </a:cubicBezTo>
                <a:cubicBezTo>
                  <a:pt x="10094332" y="1220694"/>
                  <a:pt x="10003325" y="1191845"/>
                  <a:pt x="9922184" y="1217139"/>
                </a:cubicBezTo>
                <a:cubicBezTo>
                  <a:pt x="9841043" y="1242433"/>
                  <a:pt x="9500286" y="1151461"/>
                  <a:pt x="9351943" y="1217139"/>
                </a:cubicBezTo>
                <a:cubicBezTo>
                  <a:pt x="9203600" y="1282817"/>
                  <a:pt x="9170266" y="1179642"/>
                  <a:pt x="9009799" y="1217139"/>
                </a:cubicBezTo>
                <a:cubicBezTo>
                  <a:pt x="8849332" y="1254636"/>
                  <a:pt x="8509356" y="1208929"/>
                  <a:pt x="8325511" y="1217139"/>
                </a:cubicBezTo>
                <a:cubicBezTo>
                  <a:pt x="8141666" y="1225349"/>
                  <a:pt x="8129564" y="1211471"/>
                  <a:pt x="7983366" y="1217139"/>
                </a:cubicBezTo>
                <a:cubicBezTo>
                  <a:pt x="7837168" y="1222807"/>
                  <a:pt x="7567551" y="1155681"/>
                  <a:pt x="7299078" y="1217139"/>
                </a:cubicBezTo>
                <a:cubicBezTo>
                  <a:pt x="7030605" y="1278597"/>
                  <a:pt x="7171426" y="1207566"/>
                  <a:pt x="7070982" y="1217139"/>
                </a:cubicBezTo>
                <a:cubicBezTo>
                  <a:pt x="6970538" y="1226712"/>
                  <a:pt x="6628635" y="1156096"/>
                  <a:pt x="6386693" y="1217139"/>
                </a:cubicBezTo>
                <a:cubicBezTo>
                  <a:pt x="6144751" y="1278182"/>
                  <a:pt x="6193868" y="1215401"/>
                  <a:pt x="6044549" y="1217139"/>
                </a:cubicBezTo>
                <a:cubicBezTo>
                  <a:pt x="5895230" y="1218877"/>
                  <a:pt x="5878047" y="1191787"/>
                  <a:pt x="5816453" y="1217139"/>
                </a:cubicBezTo>
                <a:cubicBezTo>
                  <a:pt x="5754859" y="1242491"/>
                  <a:pt x="5554233" y="1197140"/>
                  <a:pt x="5474308" y="1217139"/>
                </a:cubicBezTo>
                <a:cubicBezTo>
                  <a:pt x="5394383" y="1237138"/>
                  <a:pt x="5041241" y="1195273"/>
                  <a:pt x="4790020" y="1217139"/>
                </a:cubicBezTo>
                <a:cubicBezTo>
                  <a:pt x="4538799" y="1239005"/>
                  <a:pt x="4560357" y="1189229"/>
                  <a:pt x="4447876" y="1217139"/>
                </a:cubicBezTo>
                <a:cubicBezTo>
                  <a:pt x="4335395" y="1245049"/>
                  <a:pt x="4332510" y="1207719"/>
                  <a:pt x="4219779" y="1217139"/>
                </a:cubicBezTo>
                <a:cubicBezTo>
                  <a:pt x="4107048" y="1226559"/>
                  <a:pt x="3967100" y="1209097"/>
                  <a:pt x="3877635" y="1217139"/>
                </a:cubicBezTo>
                <a:cubicBezTo>
                  <a:pt x="3788170" y="1225181"/>
                  <a:pt x="3643999" y="1201857"/>
                  <a:pt x="3421443" y="1217139"/>
                </a:cubicBezTo>
                <a:cubicBezTo>
                  <a:pt x="3198887" y="1232421"/>
                  <a:pt x="3011859" y="1164927"/>
                  <a:pt x="2851202" y="1217139"/>
                </a:cubicBezTo>
                <a:cubicBezTo>
                  <a:pt x="2690545" y="1269351"/>
                  <a:pt x="2634966" y="1208810"/>
                  <a:pt x="2509058" y="1217139"/>
                </a:cubicBezTo>
                <a:cubicBezTo>
                  <a:pt x="2383150" y="1225468"/>
                  <a:pt x="1879083" y="1123498"/>
                  <a:pt x="1710721" y="1217139"/>
                </a:cubicBezTo>
                <a:cubicBezTo>
                  <a:pt x="1542359" y="1310780"/>
                  <a:pt x="1366214" y="1211888"/>
                  <a:pt x="1140481" y="1217139"/>
                </a:cubicBezTo>
                <a:cubicBezTo>
                  <a:pt x="914748" y="1222390"/>
                  <a:pt x="256890" y="1111345"/>
                  <a:pt x="0" y="1217139"/>
                </a:cubicBezTo>
                <a:cubicBezTo>
                  <a:pt x="-43945" y="1094894"/>
                  <a:pt x="27219" y="970340"/>
                  <a:pt x="0" y="799255"/>
                </a:cubicBezTo>
                <a:cubicBezTo>
                  <a:pt x="-27219" y="628170"/>
                  <a:pt x="6736" y="527457"/>
                  <a:pt x="0" y="393542"/>
                </a:cubicBezTo>
                <a:cubicBezTo>
                  <a:pt x="-6736" y="259627"/>
                  <a:pt x="27128" y="115844"/>
                  <a:pt x="0" y="0"/>
                </a:cubicBezTo>
                <a:close/>
              </a:path>
            </a:pathLst>
          </a:cu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2023-03-15T21:05:11Z</dcterms:created>
  <dc:creator>Kavya Balasubramanian</dc:creator>
</cp:coreProperties>
</file>